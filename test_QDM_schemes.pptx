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31.0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852 139 10002,'-6'-3'100,"-1"0"-1,1 1 1,-1 0 0,1 0-1,-1 0 1,0 1-1,0 0 1,0 0 0,0 1-1,-10 0 1,-73 8 1688,86-7-1654,-25 4 119,0 1 0,1 2 0,-1 1 0,2 1 1,-1 2-1,2 0 0,-1 2 0,2 1 0,0 1 0,1 1 0,0 1 0,-27 27 0,19-12-75,2 0 0,1 2 0,1 2 0,2 0 0,2 1 0,1 2 0,-23 56 0,34-64-94,0 1 0,2 0-1,1 0 1,2 1-1,1 0 1,2 1 0,2-1-1,0 1 1,3-1-1,1 1 1,7 38 0,-5-49-72,2 0-1,0 0 1,2-1 0,0 0 0,2 0 0,0-1 0,2 0 0,0-1 0,2-1 0,0 0 0,1 0-1,1-2 1,1 0 0,1 0 0,0-2 0,32 22 0,-29-24-4,1-2 0,1 0 0,0-2-1,1 0 1,0-2 0,0 0 0,1-2 0,0-1-1,0-1 1,1 0 0,-1-3 0,0 0 0,38-3-1,-29-2 19,0-1 0,-1-1 0,0-2 0,0-2 0,-1-1 0,0-1 0,-1-1 0,-1-2 0,49-32 0,-36 18 40,-2-2-1,-2-2 0,-1-2 1,-1-1-1,-2-2 0,-2-1 1,-1-2-1,26-45 0,-40 54 24,0-1-1,-3-1 1,0 0 0,-2-1-1,-2 0 1,-1-1-1,-2 0 1,-2 0 0,-1-1-1,-1 0 1,-4-71-1,-3 69 90,-2 1 0,-1-1 0,-2 1 0,-2 1-1,-1 0 1,-2 0 0,-2 1 0,-24-43-1,29 61-91,-1 2 0,-1-1 0,0 2 0,-1-1 0,-1 2 0,-1 0 0,-28-22-1,31 28-79,0 1 1,-1 0-1,0 0 0,0 1 0,-1 1 0,0 0 0,0 1 0,0 1 0,0 0 0,-1 0 0,-24 0 0,16 4-29,-1 1 0,1 1 0,-1 1 0,1 1 0,0 0 0,1 2 1,0 1-1,0 1 0,0 1 0,1 0 0,1 2 0,-29 20 0,27-15 1,0 0 1,1 1-1,1 1 0,1 1 0,1 1 0,0 0 0,2 2 1,1 0-1,0 0 0,-16 39 0,19-28 5,1 1 0,2 0-1,1 1 1,2 0 0,1 0-1,3 1 1,0-1 0,2 1-1,2-1 1,2 0 0,1 0-1,13 49 1,1-16 22,3-1 1,3 0-1,3-2 0,2-1 1,53 81-1,-53-98 25,2-3 0,2 0 0,2-2 0,2-2 0,60 52 0,-61-64-247,2-1 0,1-1-1,1-3 1,1-1 0,1-2 0,75 26 0,-22-21-388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31.9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110 173 5345,'68'208'1596,"78"417"-1,-123-512-68,43 126-1,-149-456-3914,12 30 2204,20 65 1113,-74-192 2018,103 249-2015,3-2-1,-19-129 0,37 187-840,0-1-1,0 0 1,1 0-1,0 0 1,1 0-1,0 0 1,0 1-1,1-1 1,1 0-1,0 1 1,5-13-1,-6 18-59,1-1 0,0 1-1,0 0 1,0 0-1,0 1 1,1-1-1,-1 1 1,1 0-1,0 0 1,0 0-1,0 0 1,1 0-1,-1 1 1,0 0 0,1 0-1,0 0 1,-1 1-1,1-1 1,0 1-1,0 0 1,0 1-1,0-1 1,8 1-1,-2 0-18,-1 1-1,0 0 0,0 1 1,0 0-1,0 1 0,-1 0 1,1 0-1,-1 1 0,1 0 0,-1 1 1,11 7-1,9 8 26,52 45 0,227 233 135,-262-246-112,-1 3-1,-3 1 1,-3 2-1,36 69 0,-71-118-6,0-1-1,0 0 1,-1 1-1,0 0 1,-1-1-1,0 1 1,0 0-1,-1 1 0,0 8 1,-1-11-20,0-1-1,-1 0 1,0 0-1,-1 0 1,1 0-1,-1 0 1,0 0 0,-1 0-1,1-1 1,-1 1-1,0-1 1,-1 0 0,1 0-1,-5 6 1,-11 10 140,-1-1-1,-1-1 1,0-1 0,-38 25 0,-106 53 366,110-67-479,1 2 1,-61 48-1,103-70-96,5-4-113,1-1 0,0 1 0,0 0 0,1 1 0,-1 0-1,1 0 1,0 0 0,-7 13 0,12-19 77,-1 1-1,1-1 1,0 0-1,0 1 1,0-1-1,0 0 1,0 1-1,0-1 0,0 0 1,0 1-1,0-1 1,0 0-1,0 1 1,0-1-1,0 0 0,0 1 1,0-1-1,0 0 1,0 1-1,0-1 1,0 0-1,0 1 0,1-1 1,-1 0-1,0 1 1,0-1-1,0 0 1,1 0-1,-1 1 0,0-1 1,0 0-1,1 0 1,-1 1-1,0-1 1,1 0-1,-1 0 1,1 0-1,16 3-2872,23-9 292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32.7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40 146 18924,'-3'2'15,"0"0"0,0 0-1,0 1 1,1-1 0,0 0 0,-1 1 0,1 0-1,0 0 1,0 0 0,0 0 0,0 0 0,1 0 0,-1 0-1,1 0 1,0 1 0,0-1 0,0 0 0,1 1-1,-1-1 1,0 5 0,0 10-68,1 0 0,3 31 0,-3-40 57,24 207-76,59 241 0,-73-408 97,2-2 1,2 0-1,3 0 0,1-1 1,41 74-1,-57-118-13,-1 1-1,0-1 1,1 0-1,0 1 1,-1-1-1,1 0 1,0 0-1,0 0 1,0-1-1,0 1 1,3 2-1,-4-4-9,-1 0 0,1-1-1,-1 1 1,1 0 0,-1 0-1,0 0 1,1 0 0,-1 0-1,0 0 1,1-1 0,-1 1-1,1 0 1,-1 0 0,0-1-1,1 1 1,-1 0 0,0-1-1,0 1 1,1 0 0,-1 0-1,0-1 1,0 1 0,1-1-1,-1 1 1,0 0 0,0-1-1,0 1 1,0-1 0,0 1 0,1 0-1,-1-1 1,0 1 0,0-1-1,0 1 1,0 0 0,0-1-1,0 1 1,0-1 0,-1 0-1,-4-68-202,4 55 56,-82-453-1332,-5-46 3356,85 470-1543,4 37-95,3 25-29,-1 2-158,2 0 0,-1 0 0,2-1 0,1 0 1,16 34-1,-20-48-48,1 0 1,0-1 0,0 1-1,0-1 1,1 1-1,0-1 1,0-1 0,0 1-1,0-1 1,1 1 0,0-2-1,0 1 1,0-1-1,0 0 1,0 0 0,1 0-1,-1-1 1,1 0 0,0 0-1,0-1 1,10 1-1,-3-2 13,0 0 0,-1-1-1,1 0 1,0-1 0,0-1 0,0 0-1,-1-1 1,0-1 0,0 0-1,16-8 1,16-12 35,59-41 1,-97 61-51,206-156 89,3-2 2,-208 158-82,1-1-1,-1 1 1,1 1-1,0-1 1,0 1-1,1 1 1,11-3 0,-18 5-2,0 1 1,0 0-1,0-1 1,0 1-1,0 1 1,1-1-1,-1 0 1,0 1-1,0-1 1,0 1-1,0 0 1,0 0-1,-1 0 1,1 1-1,0-1 1,0 1 0,-1-1-1,1 1 1,-1 0-1,1 0 1,-1 0-1,0 0 1,0 1-1,0-1 1,4 6-1,0 2 50,0 1 0,-1-1 0,0 1 0,-1 1 0,0-1 0,-1 1 0,0-1 0,3 25 0,0 103 564,-6-112-485,-4 167 703,6 156-121,2-310-692,1 1-1,2-1 1,1 0 0,3-1 0,1 0 0,24 53 0,-32-82-33,2-1 0,0 1 0,0-1 0,7 8 0,-12-16-63,0 1 0,1-1 0,-1 0 1,0 0-1,0 0 0,1 0 0,-1 0 1,0 0-1,1 0 0,-1-1 1,1 1-1,-1 0 0,1-1 0,-1 1 1,4 0-1,-4-2-58,0 1 1,0 0-1,0 0 0,0-1 1,0 1-1,0-1 0,0 1 1,0-1-1,-1 1 0,1-1 1,0 0-1,0 1 0,0-1 1,0 0-1,-1 0 0,1 0 1,0 0-1,-1 1 0,1-1 1,-1 0-1,1 0 1,-1 0-1,1 0 0,-1 0 1,0 0-1,0 0 0,1-2 1,6-32-1507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34.7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330 2635 4745,'-11'2'507,"8"-1"-155,-1-1 1,0 1-1,1 0 1,-1-1-1,1 1 1,-1 1-1,1-1 0,-1 1 1,1-1-1,0 1 1,0 0-1,0 0 0,0 0 1,-4 4-1,7-5-197,1 0-1,0 0 1,0 0-1,0 0 0,0 0 1,0-1-1,0 1 1,0 0-1,0-1 1,0 1-1,0-1 0,0 1 1,0-1-1,0 1 1,1-1-1,-1 0 0,0 0 1,0 0-1,0 1 1,1-1-1,1-1 1,-2 2 19,182 18 2423,19 4-1176,229 70-272,-234-45-1009,258 27 1,27-62 251,2-39 343,-37 0-113,-132 24-356,502 58-1,-654-34-219,249 26 432,-304-41 37,195-12 1,-290 4-453,87-11 352,-90 10-309,0 0-1,0-1 1,0 0 0,-1-1 0,1 1 0,-1-2-1,14-8 1,-21 12-40,-1-1-1,1 0 0,0 0 0,-1 1 1,1-1-1,-1 0 0,0 0 0,0 0 1,0-1-1,0 1 0,0 0 0,0 0 1,0 0-1,-1-1 0,1 1 0,0-4 1,-1-45 484,0 19-416,57-358 59,-20 179-167,41-661 48,-65-5-194,-12 855 100,-1 4-32,0-1 0,-1 1 0,-4-21 0,4 34 43,0 0 1,-1 1-1,1-1 1,-1 0-1,0 1 0,0-1 1,-1 1-1,1 0 0,-1 0 1,0 0-1,0 0 1,0 0-1,-1 1 0,1-1 1,-1 1-1,-5-4 1,-30-20 1,20 13-10,-2 0 1,0 2-1,-36-17 0,-10 5-66,-1 2 1,-111-18-1,-147-7-30,272 41 100,-370-40 1,-2 19 1,-579 36 0,-140 71 195,524-12 22,-135 6-161,730-73-39,-2 1 13,0-2-1,-36-3 0,59 2-6,-1 0-1,0 1 1,1-2-1,-1 1 1,0-1-1,1 0 1,0 0-1,0 0 1,-1-1-1,1 0 1,1 0-1,-1 0 1,0 0-1,1-1 1,0 0-1,-1 0 1,-3-6-1,17 79-636,10 75 517,1 262 1,-54 145 164,17-401 26,-6 0 0,-7-2-1,-74 217 1,96-343 168,-1-1 164,9-14-197,10-11-333,0 1-1,1-1 1,-1 2-1,1-1 1,-1 2-1,1-1 1,20 1 0,1 2-605,43 6 0,-8 6-83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4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54 314 3073,'-4'-78'1601,"-3"-43"4136,4 98-2385,0-1 1,-14-43-1,19 77-3128,-1 0 0,0 0 0,-1 0 0,0 11 0,0 17-89,38 1221 1137,-38-1198-1243,1 15-6,56 1900 1654,-12-1077 428,-50-3-644,-112 799-195,97-1528-1204,-2 32-799,23-206-484,0-1 0,1 1 0,0 0 0,0 0 0,0 1 0,7-13 0,16-11 167,-23 28 1218,0 1 0,0-1 0,0 1 0,0 0 1,0 0-1,1 0 0,-1 0 0,0 0 0,1 0 0,-1 1 1,1-1-1,-1 1 0,6 0 4684,-8-1-4814,1 0 0,-1 0 0,1 0 0,0 0 0,-1 0 1,1 0-1,0 0 0,-1 0 0,1 1 0,0-1 0,0 0 0,0 1 1,0-1-1,0 0 0,0 1 0,0-1 0,0 1 0,0 0 0,0-1 1,0 1-1,2-1 0,28-7-72,-30 8 63,75-11 140,0 3-1,90 2 1,-56 3-25,1428-28 423,5 96-514,-252 64 101,404 32 575,-140-53-146,-1507-104-577,-22-1-31,0-1-1,1-2 1,-1 0-1,1-1 0,29-7 1,-55 8 2,1 0 0,-1 0 0,0 0 0,0 0 0,0-1 0,1 1 0,-1-1 0,0 1 0,0-1 0,0 1 0,0-1 0,1 0 0,-1 1-1,0-1 1,0 0 0,-1 0 0,1 0 0,0 0 0,0 0 0,0 0 0,0 0 0,-1 0 0,1 0 0,-1 0 0,1 0 0,-1 0 0,1 0 0,-1-1 0,1 1 0,-1 0 0,0 0 0,0-1 0,0 1 0,0 0 0,0 0 0,0-1 0,0 1 0,0 0 0,0 0 0,0-1 0,-1-1 0,-3-5-140,1 1 1,-1 0 0,0 0 0,0 0 0,-8-9 0,6 8 68,-56-75-727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4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7065 1904,'1'1'512,"0"-1"0,1 0 0,-1 1 0,0-1 0,1 0 0,-1 0 0,0 0 0,1 0 0,-1 0 0,1 0 0,-1 0 0,0 0 0,1 0 0,-1-1 0,2 0 0,11-14 3761,-11 8-3991,-1 0 1,0-1-1,-1 1 1,0-1-1,1-7 0,2-16-332,55-189 510,46-216 3346,-82 342-3073,4 0 1,62-144-1,12-35-442,-86 230 59,2 1-1,2 1 0,1 1 0,2 0 1,45-59-1,-17 35-308,3 2 0,77-69 0,-91 97-29,2 1 0,1 3-1,62-34 1,145-61 429,369-122-369,-311 154 348,-29 10-75,349-147-205,-213 101-102,-110 40 29,-133 27 187,-3-7 0,-3-8 0,-4-6 0,155-108 0,-261 150-199,-2-2 1,-1-3-1,-3-2 1,-2-1-1,-2-3 1,-2-2-1,59-97 1,5-39 364,87-213 0,-89 147-213,83-316-1,-65 3-159,-34 126-89,-64 347 22,4 1 0,64-142-1,-89 228-24,1 0 0,0 1 0,0 0 0,1 0 0,0 0 1,9-8-1,-30 59-3209,-20 56-2476,4-19 3450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51.4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6016 19 2881,'1'-19'6956,"-24"35"2210,12-8-11823,-4 3 2844,0 1 0,1 1 0,0 0 0,1 1 0,1 1 0,0 0 0,-10 16 0,-2 11 940,-29 70-1,7-17-844,-73 110-1,3-8 1535,-47 144-1284,111-231-64,4 1 0,-41 147 1,52-154-413,-59 110 1,53-123 8,-56 168-1,57-69 229,15-57-172,3-54-110,-2 0 0,-44 88 1,-11 30 22,-195 448 805,261-614-757,-1-1 0,-2 0 0,-2-1 0,0-1 0,-47 48 0,57-65-9,2-2-43,0 0-1,-1 0 1,0-1 0,0 0 0,-1-1-1,0 0 1,0 0 0,-1-1 0,-12 5-1,-165 57 63,-168 71 180,-56 38 213,265-104-273,66-31-173,-2-4-1,-104 34 1,-78 29 34,177-64-33,-132 38 0,179-64-40,-348 99 23,189-39-54,41-14 20,38-10 6,73-28 0,1 3-1,-84 53 1,107-61 4,-129 61-12,30-17 27,89-39-21,1 1 0,0 1 1,2 2-1,1 1 0,1 2 0,1 1 0,-47 58 0,55-60-1,8-11 12,0 1 1,1-1-1,1 2 1,1 0 0,0 0-1,1 0 1,-7 21-1,-26 82-237,19-61 220,3 0 0,-13 72 0,26-57-133,6-53 137,-2-1 0,0 0 1,-6 23-1,-11 27-84,4 2-1,-13 130 1,27-175 95,-3 29 26,5 76-1,7-100-1095,-4-63-1830,-1-28 1094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5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118 860 14011,'-58'499'736,"43"-337"382,14-152-808,1-6-68,1 0 0,-2-1 0,1 1 0,0 0-1,-1-1 1,1 1 0,-1-1 0,0 1 0,-1-1-1,1 1 1,0-1 0,-1 1 0,0-1 0,0 0-1,-3 4 1,5-6-182,-1-1 0,1 0 0,0 0 0,-1 0 0,1 0 0,-1 0 0,1 0 0,0 0 0,-1 0 0,1 0 0,0 0 0,-1 0 0,1 0 0,-1 0 0,1 0 0,0 0 0,-1 0 0,1-1 0,0 1 0,-1 0 0,1 0 0,0 0 0,-1 0 0,1-1 0,0 1 0,-1 0-1,1 0 1,0-1 0,0 1 0,-1 0 0,1-1 0,0 1 0,0 0 0,0-1 0,-1 1 0,1 0 0,0-1 0,0 1 0,0 0 0,0-1 0,0 1 0,0-1 0,0 0 0,-6-19 616,6 19-595,-4-39 249,1 0 0,2-1 0,2 1 0,7-46 0,0-9-177,-2-166 20,-5 125-167,5 0 0,25-136 1,-27 251-18,1 0 1,1 0-1,1 0 1,0 1-1,2 0 1,0 0-1,2 1 0,16-23 1,-16 27-5,2 1 0,-1 0 0,2 1 0,-1 1 0,2 0 0,0 1 0,0 1-1,1 0 1,31-14 0,-13 9 1,1 3-1,1 0 0,0 3 1,0 0-1,70-5 0,-51 11 2,0 3-1,0 2 0,72 11 1,-123-12-81,-1-1 0,1 0-1,-1 1 1,0 0 0,1 0 0,-1 0 0,0 0 0,1 1 0,-1-1 0,4 4 0,-7-5 28,0 0 0,1 1 0,-1-1 0,0 0 0,1 1-1,-1-1 1,0 1 0,0-1 0,0 1 0,1-1 0,-1 1 0,0-1 0,0 1 0,0-1 0,0 1 0,0-1 0,0 1 0,0-1-1,0 1 1,0-1 0,0 1 0,0-1 0,0 0 0,0 1 0,-1-1 0,1 1 0,0 0 0,-18 19-2282,-21 10 498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5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 17468,'-1'1'62,"0"0"0,0-1 0,0 2 0,0-1 0,0 0 0,0 0 0,1 0 1,-1 0-1,0 0 0,1 1 0,-1-1 0,0 0 0,1 1 0,0-1 0,-1 0 0,1 1 1,0-1-1,0 0 0,-1 1 0,1-1 0,0 1 0,1-1 0,-1 0 0,0 1 0,0-1 1,1 2-1,1-1 18,0 0-1,0 0 1,0-1 0,0 1 0,0-1 0,0 1-1,0-1 1,0 0 0,1 0 0,-1 0-1,1 0 1,-1 0 0,1-1 0,3 1 0,24 5 274,0-2 0,1 0 0,-1-3 0,1 0 0,45-6 1,152-30 600,-224 34-932,68-15 38,25-4-245,-33 16-3742,-47 6 2102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8:5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19988,'2'1'98,"1"1"0,-1 0 0,0 0 0,0 1 0,0-1 1,0 0-1,0 1 0,0-1 0,-1 1 0,1 0 0,-1 0 0,0-1 0,1 1 0,-1 0 0,-1 0 0,1 0 0,0 0 0,-1 0 0,0 0 0,1 5 0,-4 65 1228,-4-25-1122,-2-1 0,-2 0 1,-3 0-1,-1-2 0,-3 0 0,-1-1 0,-29 48 1,36-74-214,0-1 1,-26 28 0,-14 18 259,51-63-237,1 0-1,0 0 1,-1 1 0,1-1-1,-1 0 1,1 1-1,0-1 1,-1 1-1,1-1 1,0 0-1,-1 1 1,1-1-1,0 1 1,0-1-1,-1 1 1,1-1 0,0 1-1,0-1 1,0 1-1,0-1 1,0 1-1,0-1 1,0 1-1,0-1 1,0 1-1,0-1 1,0 1-1,0-1 1,0 1 0,0 0-1,0-1 1,0 1-1,1-1 1,-1 0-1,0 1 1,0-1-1,1 1 1,-1-1-1,0 1 1,1-1-1,-1 0 1,0 1 0,1-1-1,-1 1 1,0-1-1,1 0 1,-1 0-1,1 1 1,-1-1-1,1 0 1,-1 0-1,1 1 1,-1-1-1,1 0 1,-1 0 0,1 0-1,-1 0 1,1 0-1,-1 0 1,1 0-1,-1 0 1,1 0-1,-1 0 1,2 0-1,41-6 317,-34 5-302,81-16-51,0-4-1,-2-4 1,0-3-1,125-60 1,-157 57 1,-1-2 0,-2-2 0,-1-3 0,-2-2 0,56-57 0,-103 93 34,1 1 1,-1-1-1,1 0 1,-1-1-1,0 1 1,-1 0-1,5-9 1,-7 12-9,0 0 0,1 1 0,-1-1 0,0 0 0,0 0 0,0 1 0,0-1 0,0 0 0,0 0 0,0 1 0,0-1 0,0 0 0,0 0 0,0 1 0,-1-1 0,1 0 0,0 0 0,0 1 0,-1-1 0,1 0 0,-1 0 0,0 0 0,-1 0 0,1 0-1,0 0 1,0 0-1,0 1 1,-1-1 0,1 1-1,0-1 1,-1 1 0,1-1-1,-1 1 1,1 0-1,0 0 1,-1-1 0,-2 1-1,-5 1-2,0-1-1,1 1 0,-1 1 1,0 0-1,1 0 0,-1 1 1,1 0-1,-1 0 0,1 1 0,0 0 1,1 0-1,-1 1 0,1 0 1,0 0-1,0 1 0,0 0 1,1 0-1,0 0 0,-9 13 1,-4 7 4,0 0 0,2 2 1,1 0-1,-13 32 1,21-43 19,0 1 0,2 0 1,0 1-1,-4 19 0,9-32-19,1-1 0,-1 1-1,1 0 1,0-1 0,0 1 0,0 0-1,1-1 1,0 1 0,0-1 0,0 1 0,1-1-1,0 1 1,0-1 0,0 0 0,1 0-1,0 0 1,0 0 0,5 7 0,2-1-60,0-2 0,1 1 0,0-1 1,1-1-1,0 0 0,0 0 0,19 8 1,98 33-1007,-11-10 481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1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 2353,'-22'6'12384,"39"-2"-8937,44-3-2793,82-10 0,1 0-292,-44 9-205,3 0-396,-35-2-3295,-50 0 1779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1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6953,'45'19'10505,"-46"-17"-10508,0 0-1,0 0 0,0 0 1,-1 0-1,1 0 0,0 0 1,-1 0-1,1 0 0,-1 0 1,0-1-1,1 1 0,-1-1 1,0 1-1,0-1 0,0 0 1,-4 2-1,-41 18-454,40-18 408,-20 7 52,0 2 0,1 1 0,1 1 0,0 1 0,-38 31 0,61-45 48,0 0 1,1 0-1,-1 0 1,1 1-1,0-1 1,-1 0 0,1 1-1,0-1 1,0 1-1,0 0 1,0-1-1,0 1 1,0 0 0,1-1-1,-1 1 1,0 0-1,1 0 1,-1 0-1,1 0 1,0-1 0,0 5-1,0-5 26,1 1 0,0-1 0,-1 1 0,1-1 0,0 0 0,0 1 1,0-1-1,0 0 0,0 1 0,0-1 0,1 0 0,-1 0 0,0 0 0,1 0 0,-1 0 0,0 0 0,1 0 0,-1-1 0,3 2 0,7 2 144,1-1 0,-1 0 0,1 0 0,0-1 0,14 1-1,44-3 39,-53-2-730,1 2 1,-1 0-1,0 1 1,18 4-1,-27-1-548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12291,'-13'2'336,"20"0"-400,23 2 172,277-13 9050,-274 7-8959,68-4-522,156 9 0,-240 0-2528,-19-1 1716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19 8298,'14'-11'1508,"-6"4"-1383,-18 6-878,-7 5 937,0 1 1,1 0-1,-1 1 1,1 0-1,1 1 1,-1 1-1,-27 19 1,28-15 734,0-1-1,0 2 1,1 0-1,1 1 1,0 0-1,1 1 1,-11 16 0,21-28-762,0 0 0,0 0 0,1 1 0,-1-1 1,1 0-1,0 1 0,0-1 0,0 1 1,0 0-1,0-1 0,1 1 0,0 0 1,0-1-1,0 1 0,1 5 0,-1-7-141,1 0 0,0 0-1,0 0 1,0 0 0,0-1-1,0 1 1,0 0 0,0 0 0,1-1-1,-1 1 1,1-1 0,-1 1-1,1-1 1,-1 0 0,1 1 0,0-1-1,0 0 1,0 0 0,-1 0-1,1-1 1,0 1 0,0 0 0,0-1-1,1 1 1,-1-1 0,0 0-1,0 0 1,4 0 0,289 12-3142,-222-6 2090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6025,'0'0'946,"24"12"3732,-13-9-3624,-1-1 0,0-1 0,1 0 0,15 0-1,85-12 360,-50 3-836,54-4-98,83-6 842,-163 17-2675,0 1 0,0 2 0,56 10 1,-51-3-657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20 12395,'19'-11'946,"-5"2"2865,-27 10-1364,-9 6-2377,1 0 0,-1 2 1,2 0-1,-1 1 0,1 2 0,1 0 1,0 0-1,1 2 0,0 1 0,1 0 0,-26 30 1,-3 21 1264,43-61-1151,0 0 0,0 0 0,1 0 1,0 1-1,0-1 0,0 1 1,1-1-1,-1 1 0,1-1 0,1 1 1,-1 10-1,1-15-168,1-1 0,-1 1 0,0 0 1,1-1-1,-1 1 0,0-1 0,1 1 1,-1-1-1,1 1 0,-1-1 0,1 1 0,-1-1 1,1 1-1,0-1 0,-1 0 0,1 1 1,-1-1-1,1 0 0,0 0 0,-1 1 0,1-1 1,0 0-1,-1 0 0,1 0 0,0 0 1,-1 0-1,1 0 0,0 0 0,0 0 1,-1 0-1,2 0 0,28-4 69,-25 3-68,178-38-1264,-121 27 714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0 1240,'-3'3'1192,"1"0"-1,-1 0 0,0-1 1,0 0-1,-1 1 0,1-1 1,0 0-1,-1-1 1,1 1-1,-1 0 0,-7 1 1,-49 10 3142,27-7-4305,5 1 160,4 0 515,-1-1 1,-27 3-1,4-12-1897,44 3 780,1-1 0,0 0 0,0 0-1,0 0 1,0-1 0,0 1 0,0-1 0,0 0 0,0 0 0,1 0 0,-4-2-1,5 0-2111,1 0 689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15635,'-7'6'295,"-1"1"0,1 0-1,1 0 1,-9 13 0,-19 17 2494,-17 23-2429,51-60-359,-1 0 0,1 1 0,0-1 0,0 1 0,0-1 1,0 1-1,1-1 0,-1 1 0,0-1 0,0 1 0,0-1 0,0 1 1,0-1-1,1 0 0,-1 1 0,0-1 0,0 1 0,1-1 0,-1 0 1,0 1-1,1-1 0,-1 1 0,0-1 0,1 0 0,-1 0 0,0 1 1,1-1-1,-1 0 0,1 0 0,-1 1 0,0-1 0,1 0 0,-1 0 1,1 0-1,-1 0 0,1 0 0,-1 0 0,1 0 0,-1 0 0,1 0 1,-1 0-1,1 0 0,-1 0 0,1 0 0,33 5 556,-25-4-304,18 5 113,31 6 486,-24-12-4689,-32-1 2037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0 9754,'-19'22'6663,"16"-21"-6497,0 0 0,1 0 1,-1-1-1,0 1 0,0-1 0,1 0 1,-1 1-1,0-1 0,0-1 1,1 1-1,-6-1 0,-1 0 51,-8 1-63,0 0 0,0 1 0,0 1 0,0 1 0,1 0 0,-1 1 0,1 1 0,0 0 0,1 1 0,-27 14 0,20-10-57,-24 5 129,45-15-367,0 1 0,0-1-1,0 1 1,0-1-1,0 0 1,-1 0-1,1 1 1,0-1 0,0 0-1,0 0 1,0 0-1,-1 0 1,1 0 0,0 0-1,0-1 1,0 1-1,0 0 1,-1-1-1,1 1 1,0 0 0,0-1-1,0 0 1,0 1-1,0-1 1,0 1-1,0-1 1,0 0 0,0 0-1,1 0 1,-1 0-1,0 1 1,0-1 0,1 0-1,-2-2 1,2-7-1377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09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8706,'-23'18'6582,"2"13"-5127,16-20-1510,0-1 1,1 1-1,0 0 1,-3 15-1,6-25 100,1 0 0,0 0 0,0 0 0,0 0-1,0 0 1,0 0 0,0 0 0,0 0 0,0 0 0,0 1 0,0-1-1,1 0 1,-1 0 0,0 0 0,1 0 0,-1 0 0,1 0-1,-1 0 1,1-1 0,-1 1 0,1 0 0,0 0 0,-1 0 0,1 0-1,0-1 1,0 1 0,1 1 0,0-1 78,1 0-1,0 0 1,-1 0-1,1 0 1,0 0 0,0-1-1,0 1 1,-1-1-1,1 0 1,4 0 0,7-1 179,0 0 0,0-1 0,15-4 0,4-2-191,-9 4-858,1-2-1,-1-1 1,38-17 0,-40 8-615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37 6169,'-2'-6'232,"4"6"-24,5 3-88,4 0 337,0 0 279,6-3 600,-1 0 304,3-4 49,4-2-217,2 1-664,4-1-416,6 2-304,0 1-64,7 3-136,5-2-168,11-1-864,4 1-1025,3-3 1177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11074,'9'-13'1593,"12"5"2440,9 5-4065,4 2 8,0 1 24,3 3-16,3-2-72,-1 1-193,2-2-663,1-2-936,5-1 840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3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6153,'18'0'472,"-5"9"569,5 3-1081,6 1 40,1-3 0,5-2-985,-4-5-1183,11-3 1320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14011,'28'-4'928,"21"4"408,4 1-2584,11 5 624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20868,'22'6'0,"14"9"-1328,5-2-856,5-4-1985,2-4-1960,1-5 3456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10946,'31'0'1225,"2"3"1663,20 0-3128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23885,'25'-5'384,"8"5"32,18 8-880,9-2-232,7-6-936,-1 0-865,7-8-2104,-2-4 1352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4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13763,'27'-1'1448,"3"1"1681,4 4-5090,1-1 1409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4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23493,'25'3'328,"15"9"-760,12 0-1056,9-4 920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6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 20428,'0'-8'592,"-5"4"-63,4 1-377,7 3 8,3 0-96,11 1-200,7-1-280,9 0-985,5-3-1215,2 1 1159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1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19244,'6'0'176,"0"13"-376,7 8-1112,15 1 840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48 10850,'2'-19'8602,"-7"9"-3381,3 9-5158,1 1 1,0 0-1,0 0 0,0 0 0,-1 0 0,1 0 0,0 1 0,0-1 1,0 0-1,0 0 0,-1 1 0,1-1 0,0 1 0,0-1 0,0 1 1,0 0-1,0-1 0,0 1 0,0 0 0,0 0 0,0-1 0,1 1 1,-1 0-1,0 0 0,0 1 0,-7 7-68,1-1 0,0 2 1,0-1-1,1 0 0,0 1 0,1 0 0,0 1 0,1-1 1,-6 20-1,8-21 3,-1 1 0,2-1 0,-1 0 0,1 1 0,0 0 1,1-1-1,0 1 0,1-1 0,0 1 0,0-1 0,6 18 0,-6-24 3,-1-1-1,1 1 1,0-1-1,0 0 1,0 0-1,1 0 1,-1 1-1,1-1 0,-1 0 1,1-1-1,-1 1 1,1 0-1,0 0 1,0-1-1,0 1 1,0-1-1,0 1 1,0-1-1,1 0 1,-1 0-1,0 0 1,1 0-1,-1-1 0,0 1 1,1-1-1,-1 1 1,1-1-1,-1 0 1,1 0-1,-1 0 1,1 0-1,-1 0 1,1 0-1,-1-1 1,1 1-1,4-3 1,-1 1 26,0-1 0,0 1 0,0-2 1,0 1-1,0-1 0,-1 1 1,0-1-1,1-1 0,-2 1 0,1-1 1,0 0-1,6-9 0,-3 0 45,0-1 0,-1 1 0,-1-2 0,0 1 1,5-22-1,-9 29-56,0 0 1,0 1 0,-1-1 0,0 0 0,-1 0 0,0 1 0,0-1 0,0 0 0,-1 0 0,-1 0 0,1 1 0,-1-1 0,-4-9 0,5 15-33,0 0 0,0 0 0,0 0 0,0 0 0,-1 1 0,1-1 0,0 1 0,-1-1 0,0 1 0,1-1 0,-1 1 0,0 0 0,1 0 0,-1 0 0,0 0 1,0 0-1,0 0 0,0 0 0,0 1 0,0-1 0,0 1 0,-1-1 0,1 1 0,0 0 0,0 0 0,0 0 0,0 0 0,-3 1 0,1-1-237,1 1 1,0 0-1,0 0 1,0 0-1,0 1 1,0-1-1,0 1 0,0-1 1,0 1-1,0 0 1,1 0-1,-1 0 1,1 1-1,-1-1 0,1 0 1,0 1-1,-3 5 1,-5 12-1493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255 191 10426,'-2'-8'1603,"-2"1"0,1 0 0,-1 0-1,0 0 1,0 0 0,-1 0 0,-7-7-1,5 7-1111,0 0-1,-1 0 0,1 1 0,-1 0 0,0 1 0,-10-6 0,13 8-500,0 1 0,-1-1-1,1 1 1,-1 0 0,1 0 0,-1 0-1,0 1 1,0 0 0,0 0 0,0 1 0,1-1-1,-1 1 1,0 1 0,0-1 0,0 1-1,0 0 1,0 0 0,0 1 0,1-1 0,-1 1-1,1 1 1,-1-1 0,-7 6 0,13-8 2,-1 0 1,1 0 0,-1 0-1,1 0 1,-1 0 0,1 1-1,-1-1 1,1 0 0,0 0-1,-1 1 1,1-1 0,-1 0-1,1 1 1,0-1 0,-1 0-1,1 1 1,0-1 0,-1 0-1,1 1 1,0-1 0,0 1-1,0-1 1,-1 1 0,1-1-1,0 1 1,0-1 0,0 0-1,0 1 1,0-1 0,0 1-1,0-1 1,0 1 0,0-1-1,0 1 1,0 0 0,18 2-247,34-10-52,-49 7 300,7-2-6,0 1 1,0 0-1,1 1 0,-1 0 0,0 1 0,0 0 1,0 0-1,1 1 0,-2 0 0,1 1 1,0 0-1,0 1 0,-1 0 0,0 0 0,0 1 1,0 0-1,13 11 0,-10-6 10,-1 1 0,0 0 1,0 1-1,-2 0 0,0 1 0,0 0 1,-1 0-1,0 1 0,-1 0 0,-1 0 1,5 16-1,0 11 49,-2 0 0,-2 0 0,-1 1 0,-1 59 0,-2-43 69,14 78 0,-8-169-689,0-32 193,-1-26 129,-7 50 225,2 1 1,2 0 0,2 1-1,1 0 1,21-60-1,-27 94 35,0 1 1,0 0-1,1 0 0,-1 0 1,1 0-1,0 1 0,0-1 0,0 1 1,1 0-1,-1-1 0,1 1 0,0 1 1,0-1-1,0 1 0,0-1 0,0 1 1,0 0-1,1 1 0,6-3 0,5 1 57,0 1-1,0 0 0,0 1 1,24 2-1,40-4-22,234-65 202,-98 18 237,-210 49-445,9-2 87,-1 0 0,1-1 0,19-8 0,-32 11-73,1 0 1,-1-1-1,0 1 1,0 0 0,0-1-1,1 1 1,-1-1-1,-1 0 1,1 0-1,0 0 1,2-4-1,-3 5-10,-1 0-1,1 0 0,-1 0 0,1-1 1,-1 1-1,0 0 0,0 0 0,0-1 1,0 1-1,0 0 0,0 0 0,0-1 1,0 1-1,0 0 0,0-1 0,-1 1 1,1 0-1,-1 0 0,1 0 0,-1-1 0,1 1 1,-1 0-1,1 0 0,-1 0 0,-1-1 1,2 2-37,0-1 0,0 1 0,0 0 0,-1-1 0,1 1 0,0 0 0,0 0 0,0-1 0,0 1 0,-1 0 0,1 0 0,0 0 0,0-1 0,-1 1 0,1 0 0,0 0 0,0 0 0,-1-1 0,1 1 0,0 0 0,0 0 0,-1 0 0,1 0 0,0 0 0,-1 0 0,1 0 0,0 0 0,-1 0 0,1 0 0,0 0 0,-1 0 0,1 0 0,0 0 0,0 0 0,-1 0 0,1 0 0,0 0 0,-1 0 0,1 0 0,0 0 0,-1 1 0,1-1 0,-8 16-14,2 23-94,6-34 93,1 0-1,0-1 0,0 1 1,0 0-1,0-1 0,1 1 1,0-1-1,0 1 0,0-1 1,0 0-1,1 0 0,-1 0 1,1 0-1,0 0 0,0-1 1,1 1-1,-1-1 0,1 0 1,0 0-1,-1 0 0,1-1 1,1 1-1,-1-1 0,0 0 1,0 0-1,1 0 0,0-1 1,-1 1-1,7 0 0,8 2-481,1-1 0,0-1 0,-1-1 0,1-1 0,37-4 0,8-4-669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15667,'0'0'66,"0"-1"0,0 1 0,0 0 0,0-1 0,0 1 0,-1 0 0,1 0 0,0-1 0,0 1 0,-1 0 0,1 0 0,0-1 0,0 1 0,-1 0 0,1 0 0,0 0 0,-1 0 0,1-1 0,0 1 1,-1 0-1,1 0 0,0 0 0,-1 0 0,1 0 0,0 0 0,-1 0 0,1 0 0,0 0 0,-1 0 0,1 0 0,0 0 0,-1 0 0,1 0 0,0 0 0,-1 0 0,1 0 0,0 0 0,-1 1 0,1-1 0,-1 0 0,3 17 1421,15 30-287,-16-45-1130,40 100 116,-5 1-1,-5 3 0,-4 0 1,-4 1-1,-6 2 0,-4 0 1,-2 171-1,-10-257-166,-2-1 0,0 1 0,-2-1-1,-1 0 1,0 0 0,-1 0 0,-2-1 0,-10 25 0,17-45-26,-1 0 1,0 1 0,1-1 0,-1 0 0,0 0-1,0 0 1,0 0 0,0 1 0,0-1 0,0-1 0,0 1-1,0 0 1,0 0 0,0 0 0,-2 0 0,2-1-3,1 0-1,-1 1 1,1-1 0,-1 0 0,0 0-1,1 0 1,-1-1 0,1 1-1,-1 0 1,0 0 0,1 0 0,-1 0-1,1 0 1,-1-1 0,1 1 0,-1 0-1,1 0 1,-1-1 0,1 1 0,-1 0-1,1-1 1,-1 1 0,1-1 0,-1 0-1,-1-2-37,-1 0 0,1-1 0,0 1 0,1-1 0,-1 0 0,1 1 0,0-1 0,0 0 0,-1-6 0,-2-14 84,2 0-1,1 0 0,0 0 1,2 0-1,1 0 0,1 0 1,1 0-1,1 1 0,1-1 0,1 1 1,1 0-1,1 1 0,1 0 1,1 1-1,1-1 0,0 2 1,2 0-1,1 1 0,0 0 1,1 1-1,1 1 0,0 1 0,2 0 1,0 1-1,0 1 0,2 1 1,-1 1-1,2 0 0,-1 2 1,31-11-1,16 2 124,1 3 0,129-13 0,2-1 636,-191 29-629,-1-1 0,0-1 0,0 0 0,0 0 0,14-8 0,-21 11-130,-1-1 0,1 1 0,0-1 0,0 0 0,0 1 1,0-1-1,-1 0 0,1 0 0,0 1 0,-1-1 0,1 0 0,0 0 0,-1 0 0,1 0 0,-1 0 0,0 0 0,1 0 0,-1 0 0,0 0 0,1 0 0,-1-1 0,0 0-12,-1 1 0,1 0 0,-1-1 0,0 1 0,1 0 0,-1 0 0,0 0 0,0-1 0,1 1 0,-1 0-1,0 0 1,0 0 0,0 0 0,-1 0 0,1 0 0,0 1 0,0-1 0,0 0 0,-1 1 0,-1-2 0,-3 0-17,1 0 1,0 0 0,-1 0 0,0 1-1,1 0 1,-1 0 0,0 0 0,0 1 0,0 0-1,1 0 1,-1 0 0,0 1 0,0 0-1,1 0 1,-1 1 0,0-1 0,1 1-1,0 0 1,-7 4 0,6-3-14,-1 0 0,2 0 0,-1 1 0,0 0 0,1 0 1,-1 1-1,1-1 0,0 1 0,1 0 0,-1 0 0,1 1 0,0-1 0,0 1 0,1 0 0,0 0 1,-3 7-1,6-12 3,-1 0-1,1 0 1,0-1 0,0 1 0,0 0 0,-1-1 0,1 1-1,0 0 1,0 0 0,0-1 0,0 1 0,0 0 0,0-1-1,1 1 1,-1 0 0,0 0 0,0-1 0,0 1 0,1 0-1,-1-1 1,0 1 0,1 0 0,-1-1 0,1 1 0,-1-1-1,0 1 1,1 0 0,-1-1 0,1 1 0,0-1 0,-1 0-1,1 1 1,-1-1 0,1 1 0,0-1 0,-1 0 0,1 1-1,0-1 1,-1 0 0,1 0 0,0 0 0,0 0 0,-1 1-1,1-1 1,0 0 0,0 0 0,-1 0 0,1 0 0,0-1-1,1 1 1,40-8-137,-7-6-71,49-28 0,-59 29 157,1 0 0,-1 1 0,2 1 0,33-8 1,-51 17 46,0 1 1,-1-1 0,1 2-1,0-1 1,0 1 0,-1 1 0,1 0-1,0 0 1,-1 0 0,1 1-1,0 1 1,-1-1 0,0 1-1,0 1 1,0 0 0,0 0-1,0 0 1,7 6 0,2 3 5,4 0 24,0 2 0,-1 0 0,-1 1 0,-1 1-1,0 1 1,-2 0 0,25 35 0,-10 2 49,42 103 1,-51-104 15,3 0-1,40 64 1,-45-86 4,-34-48-89,-35-49-54,39 48 64,0-1 1,1 0-1,1-1 1,0 1 0,2-2-1,0 1 1,1-1-1,1 1 1,1-1-1,1 0 1,1-1 0,0 1-1,2 0 1,5-36-1,-5 51-3,1 0-1,0 0 0,0 1 0,0-1 1,1 0-1,0 1 0,0-1 0,0 1 1,1 0-1,-1 0 0,1 0 0,0 0 1,0 1-1,0 0 0,0-1 0,1 2 1,-1-1-1,1 0 0,0 1 0,0 0 1,0 0-1,0 0 0,8-1 0,14-3 103,0 1 0,1 2 0,39-1 0,-16 2 62,-40 1-314,40-6 523,-49 6-510,0 1-1,0 0 0,-1-1 1,1 1-1,0-1 0,0 0 1,0 0-1,-1 0 0,1 0 1,-1 0-1,1 0 1,0 0-1,-1 0 0,0 0 1,1-1-1,-1 1 0,0-1 1,0 1-1,0-1 0,0 1 1,2-4-1,-3-3-852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1 733 9850,'9'2'1723,"1"-2"0,0 1 0,-1-1 1,1-1-1,16-3 0,-13 2-1116,0-2 0,0 0 0,0 0 0,14-8 1,-20 9-515,0 0 1,0-1 0,0 0 0,0 0-1,-1-1 1,0 0 0,0 0 0,0 0-1,0-1 1,-1 0 0,0 0 0,0 0-1,-1-1 1,0 0 0,0 0 0,0 0-1,4-13 1,-8 19-67,1 0-1,-1 0 1,1 0 0,-1 0 0,0 0-1,0 0 1,1 0 0,-1 0-1,0 0 1,0 0 0,0 0 0,0 0-1,0 0 1,0 0 0,-1 0-1,1 0 1,0 0 0,0 0 0,-1 0-1,1 0 1,-1 1 0,1-1-1,-1 0 1,1 0 0,-1 0 0,1 0-1,-1 1 1,0-1 0,-1-1-1,1 2-6,-1-1 0,0 1 0,1 0 1,-1 0-1,0-1 0,0 1 0,1 1 0,-1-1 0,0 0 0,0 0 0,1 1 0,-1-1 0,0 1 0,1-1 0,-3 2 0,-5 2 6,0 0 0,1 1 0,-1 0 0,1 0 0,-9 8 0,15-11-11,0 0 0,0 0 0,0 0 0,0 0 0,0 0 0,1 0 1,-1 1-1,0-1 0,1 0 0,0 1 0,0 0 0,-1-1 1,2 1-1,-1 0 0,0-1 0,0 1 0,1 0 0,0 0 0,-1-1 1,1 1-1,0 0 0,0 0 0,1 3 0,1-2 43,-1 0-1,1 0 1,0 0-1,0-1 1,0 1 0,1-1-1,-1 1 1,1-1-1,0 0 1,0 0 0,0 0-1,0 0 1,7 4-1,4 2 73,1-1-1,0 0 1,0-2-1,0 1 1,1-2 0,30 8-1,-31-11-108,0-1 1,0 0-1,-1-1 1,1 0-1,0-1 1,0-1-1,-1-1 1,1 0-1,-1 0 1,0-2-1,0 0 0,23-11 1,-12 2-9,0-1 0,-1-1 0,0-1-1,-2-1 1,32-31 0,-54 48-15,0 1-1,0-1 1,1 0 0,-1 1-1,1-1 1,-1 1-1,0-1 1,1 1-1,-1-1 1,1 1 0,-1-1-1,1 1 1,0-1-1,-1 1 1,1 0 0,-1-1-1,1 1 1,0 0-1,-1-1 1,1 1 0,0 0-1,-1 0 1,1 0-1,0 0 1,0 0 0,-1 0-1,1 0 1,0 0-1,-1 0 1,1 0 0,0 0-1,-1 0 1,1 0-1,0 0 1,-1 1 0,1-1-1,1 1 1,6 26-112,-7-23 121,-1 0 0,1 0-1,0 0 1,0-1 0,1 1 0,-1 0 0,5 6-1,0-3 10,0-1-1,1 0 0,0 0 0,0-1 0,0 0 1,1 0-1,-1-1 0,1 0 0,1 0 0,-1-1 1,0 0-1,15 3 0,3 0 40,1-1 1,49 2-1,-56-6-31,-1-1 0,0-1-1,1-1 1,-1 0-1,0-2 1,36-10-1,-43 10-113,-1-1 0,1-1 0,-1 1 0,-1-2 0,1 0 0,-1 0 0,0-1 0,0 0 1,-1 0-1,0-1 0,13-18 0,39-57-2722,61-113 0,-112 176 2869,-1 0 1,-1-1-1,-1 1 1,-1-2 0,-1 1-1,-1 0 1,-1-1-1,-1 0 1,0 0-1,-2 0 1,-4-30 0,4 51 18,0-1 1,0 1 0,0-1 0,-1 1 0,1-1 0,-1 1-1,0-1 1,0 1 0,1-1 0,-2 1 0,1 0 0,0 0 0,0-1-1,-1 1 1,1 0 0,-1 0 0,0 0 0,-2-2 0,2 3-19,1 1 1,-1-1-1,0 1 1,1-1 0,-1 1-1,1-1 1,-1 1-1,0 0 1,1 0 0,-1 0-1,0 0 1,1 0-1,-1 1 1,0-1 0,1 0-1,-1 1 1,1-1-1,-1 1 1,1-1 0,-1 1-1,-1 1 1,-5 2 67,1 2-1,-1-1 1,1 1 0,0 0-1,0 0 1,1 0 0,0 1 0,-9 13-1,4-2-30,1 0 0,1 1-1,0 0 1,2 1 0,0 0-1,1 0 1,1 0 0,-5 41-1,9-44-67,-1 1 0,2-1 0,1 1 0,0-1 0,1 0 0,1 0 0,0 1 1,2-2-1,0 1 0,0 0 0,10 17 0,-9-24-18,1 0 1,0 0-1,1-1 0,0 0 1,0-1-1,1 0 1,0 0-1,1 0 1,0-1-1,0-1 0,0 0 1,1 0-1,-1-1 1,1 0-1,1-1 1,-1 0-1,1-1 0,-1 0 1,1-1-1,0 0 1,22-1-1,-19 0-34,1 0 0,0-2 0,0 0 0,0-1 0,0-1 0,-1 0 0,1-1 0,-1 0 0,0-2 0,0 1 0,-1-2 0,0 0-1,0-1 1,0 0 0,24-21 0,-26 16-153,-1-1 0,0-1 0,16-28 0,-24 60 184,0 0-1,2 0 0,0 0 1,0 0-1,2-1 1,0 0-1,1 0 0,0 0 1,1-1-1,20 24 1,-23-32 15,1 1-1,0-1 1,0-1 0,0 1 0,1-1 0,0 0 0,0-1 0,1 0-1,0-1 1,-1 1 0,2-1 0,-1-1 0,0 0 0,1 0-1,-1-1 1,1 0 0,0-1 0,0 0 0,-1-1 0,19-1 0,-25 1-79,0 0 0,0-1 0,0 1 1,0-1-1,0 0 0,-1 0 0,1 0 1,0 0-1,-1-1 0,1 1 0,-1-1 1,1 1-1,-1-1 0,0 0 0,0 0 1,0 0-1,0 0 0,0 0 0,0-1 1,2-3-1,-2 1-254,0 1 0,0 0 0,-1-1-1,1 1 1,-1-1 0,0 0 0,0 1 0,-1-1 0,0 0 0,0 0-1,0 1 1,-1-7 0,-6-32-1706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17380,'-26'1'1544,"28"14"2025,8 1-1793,20 2-191,7-2-153,18-5-920,6-4-224,5-7-128,11-4-16,2-7-296,-1-2-264,-6-3-1456,-9-1 1135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4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14459,'17'-3'7784,"19"12"-5648,-23-5-1343,56 11 601,-29-8-1045,-1 2 0,1 1 0,-2 2 0,1 2 0,48 25-1,-83-37-334,0 0 0,0 1-1,0 0 1,0 0-1,0 0 1,-1 0-1,1 1 1,-1-1-1,0 1 1,0 0-1,0 0 1,0 0-1,-1 0 1,1 0 0,-1 1-1,0-1 1,1 6-1,-3-6-38,1 0-1,-1-1 1,0 1-1,-1 0 1,1 0-1,-1 0 1,1-1-1,-1 1 1,0 0-1,-1-1 1,1 1-1,0-1 1,-1 1-1,0-1 1,0 0-1,0 1 1,0-1-1,-1 0 1,1 0-1,-1-1 1,0 1-1,-3 2 1,-6 6-1195,-2-2 1,-25 16-1,19-13-1684,-10 7 218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39:3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20332,'19'18'1385,"-7"6"847,0-6-816,-3-8-255,-2-2-401,2-8-592,0-3-64,-1-8-256,-4-2-352,-2-3 264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239 553 11074,'-8'-52'7100,"-3"-1"-3587,-31-104-1076,41 154-2422,0 0 0,0 1 0,0-1-1,0 0 1,-1 0 0,1 1 0,-1-1 0,0 0 0,1 1 0,-1 0 0,0-1 0,0 1 0,-1 0 0,1 0 0,0 0 0,-1 0-1,1 1 1,-1-1 0,-3-1 0,4 3-27,0-1 0,0 1-1,0 0 1,0 0-1,0 0 1,0 0 0,0 0-1,0 1 1,0-1 0,0 0-1,0 1 1,0 0 0,0-1-1,0 1 1,0 0 0,0 0-1,1 0 1,-1 0 0,0 0-1,1 1 1,-1-1 0,1 0-1,-1 1 1,1-1 0,0 1-1,-1-1 1,1 1-1,0 0 1,-1 2 0,-11 19 79,1 1 0,1 0 0,1 1 0,1 0 0,2 0 0,0 1 0,2 0 1,0 0-1,2 0 0,1 1 0,2-1 0,1 28 0,0-45-40,0-1 0,1 0 1,-1 1-1,2-1 0,-1 0 0,1 0 0,0 0 0,1 0 1,0 0-1,0-1 0,0 0 0,1 0 0,0 0 1,1 0-1,0-1 0,0 0 0,0 0 0,0-1 1,1 1-1,0-2 0,0 1 0,1-1 0,-1 0 0,1 0 1,0-1-1,11 4 0,15 2-27,0-1 0,0-1 0,1-2 0,70 1-1,-75-6-41,0-1-1,0-1 1,0-1-1,-1-2 1,1-1-1,-1-1 0,0-2 1,-1-1-1,0-1 1,-1-1-1,0-1 1,40-28-1,-28 19 54,-28 17-2,1-1-1,-1-1 1,-1 0 0,1 0 0,-1-1 0,0 0-1,-1-1 1,0 0 0,10-12 0,-18 19 9,0 0 1,-1 1-1,1-1 1,0 1-1,-1-1 1,1 0-1,-1 1 1,1-1 0,-1 0-1,0 0 1,1 0-1,-1 1 1,0-1-1,0 0 1,-1 0-1,1 1 1,0-1-1,0 0 1,-1 0-1,1 1 1,-1-1-1,-1-2 1,0 1 29,0 0 0,0 0 0,0 0 1,-1 1-1,1-1 0,-1 1 0,0-1 0,1 1 0,-1 0 1,0 0-1,-4-1 0,1 0 11,0 0 0,0 0 1,0 1-1,0 0 0,0 0 1,-1 1-1,1-1 0,-1 1 1,1 1-1,-1-1 0,1 1 0,-9 1 1,8 1-55,1 1-1,-1 0 1,1 0 0,0 1-1,0 0 1,0 0 0,0 0 0,1 0-1,0 1 1,-1 0 0,2 0 0,-1 1-1,1-1 1,-5 7 0,4-4 22,1-1 0,-1 1 0,1 0 0,1 0 0,-1 0 0,1 1 0,1-1 0,-1 1 0,1-1 0,1 1 0,-1 9 0,2-15-22,0-1 0,0 1 0,1-1 0,-1 0 0,0 1 1,1-1-1,0 1 0,0-1 0,-1 0 0,1 1 1,1-1-1,-1 0 0,0 0 0,0 0 0,1 0 1,0 0-1,-1 0 0,1 0 0,0 0 0,0-1 0,0 1 1,0-1-1,0 1 0,0-1 0,0 0 0,0 0 1,1 0-1,-1 0 0,0 0 0,1 0 0,-1-1 1,1 1-1,1 0 0,4-1 6,-1 1 1,0-1-1,0 0 1,1 0-1,-1 0 1,0-1-1,0-1 1,0 1-1,1-1 1,8-4-1,168-91-91,-180 96 76,0-1-1,0 1 1,0 0-1,1 1 0,-1-1 1,0 1-1,0 0 1,1 0-1,-1 0 1,0 0-1,0 1 0,1 0 1,-1-1-1,8 4 1,58 31 14,-57-27 1,1-1 1,0 0 0,15 5-1,-10-7 13,0 0-1,1-2 1,0 0-1,-1-1 1,1-1-1,0 0 1,0-2 0,0 0-1,0-2 1,29-6-1,-33 4-11,0 0 0,-1-1 0,0 0 0,0-1 0,-1-1 0,0-1 0,0 0 0,-1 0 0,0-1 0,-1-1 0,0 0 0,-1-1 0,14-17 0,-17 17-52,0 0 0,-1 0-1,0 0 1,-1-1 0,0 0 0,-1 0-1,-1 0 1,0-1 0,-1 0 0,0 1-1,-1-1 1,0 0 0,-2-1 0,0-15 0,-4-13-106,-2 1 0,-1-1 0,-17-50 0,-4-18 163,28 108-17,0 1 0,0 0 0,0 0 0,-1-1-1,1 1 1,-1 0 0,0 0 0,1 0 0,-1 0-1,0 0 1,0 0 0,0 0 0,-1 0 0,1 0-1,-3-3 1,3 6 2,0-1 0,0 1 0,0 0 0,1-1 0,-1 1 0,0 0 0,0 0 1,1 0-1,-1-1 0,1 1 0,-1 0 0,1 0 0,-1 0 0,1 0 0,-1 0 0,1 0 0,0 0 0,0 0 0,-1 0 0,1 0 0,0 2 0,-12 81 88,8-32-3,3 1-1,11 104 0,-6-130-36,1-1 1,1 0-1,1 0 0,1-1 1,1 0-1,2 0 1,23 41-1,-27-56-50,0-1 0,0 1 0,1-2-1,1 1 1,-1-1 0,1 0 0,0-1 0,1 0 0,0 0 0,0-1-1,1 0 1,-1-1 0,20 6 0,-21-8-415,1-1 0,-1 0 0,1 0-1,-1-1 1,1 0 0,0-1 0,0 0 0,-1 0-1,1-1 1,18-5 0,14-8-1133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295 636 3641,'2'-2'1228,"0"-1"0,0 1 1,0 0-1,-1-1 0,1 1 1,-1-1-1,1 0 0,-1 1 1,0-1-1,0 0 0,0 0 1,-1 0-1,1-4 0,-8-11 3200,-14-1-3801,16 16-525,0 1 0,0-1 0,-1 1 0,1 0 0,-1 0 1,1 0-1,-1 1 0,0 0 0,1 0 0,-1 0 0,0 1 0,0 0 0,1 0 0,-1 1 0,0-1 0,-10 3 0,8 0-78,-1 0 1,0 1-1,1 0 1,0 0-1,-1 0 0,2 1 1,-1 1-1,0-1 1,1 1-1,-6 7 0,4-5-15,1 1 0,1-1 0,-1 2 0,1-1 0,1 1 0,0 0 0,0 0 0,1 1 0,1 0 0,0 0 0,0 0 0,1 0 0,0 0 0,1 1 0,0-1 0,1 1 0,0 14 0,2-23 5,-1 0 1,1 0 0,0 0 0,0 0-1,1-1 1,-1 1 0,0 0 0,1-1-1,0 1 1,-1-1 0,1 0 0,0 1-1,0-1 1,1 0 0,-1 0 0,0 0-1,1 0 1,-1-1 0,1 1 0,-1-1-1,1 1 1,0-1 0,0 0 0,0 0-1,-1 0 1,1-1 0,0 1 0,4 0-1,11 1 30,0 1 0,0-2-1,26-2 1,-34 1-34,3 0-8,103-7 96,-103 5-134,0-1 1,-1 0-1,1 0 0,-1-1 1,0-1-1,23-12 0,-28 12 19,0 1-1,1 0 1,-1 0-1,1 1 1,0 0-1,0 0 1,0 1-1,1 0 1,-1 1-1,0-1 0,1 2 1,-1-1-1,1 1 1,-1 0-1,1 1 1,-1 0-1,0 0 1,1 1-1,-1 0 1,0 1-1,0 0 0,0 0 1,0 0-1,-1 1 1,10 6-1,-3-2 15,9 6 7,0-1 0,1-2 0,26 10 0,-41-18-5,-1-1 0,0 0 0,1-1 0,-1 0 1,1 0-1,0-1 0,-1 0 0,1 0 1,-1-1-1,1 0 0,-1 0 0,1-1 0,12-5 1,-3-1-23,-2 0 1,1-1 0,-1-1 0,17-14 0,-17 12-12,0 1 1,1 1 0,25-12 0,-39 21 23,0 0 1,1 0 0,-1 0 0,0 1 0,0 0 0,0-1 0,1 1-1,-1 0 1,0 1 0,0-1 0,0 0 0,1 1 0,-1 0 0,6 2-1,44 24-33,-12-5 41,-30-17-22,1-1 1,0 0-1,0 0 0,0-2 1,0 1-1,1-1 0,-1-1 1,1 0-1,-1-1 1,1 0-1,-1-1 0,1 0 1,-1-1-1,1-1 0,-1 0 1,0 0-1,0-1 0,-1-1 1,1 0-1,-1-1 1,0 0-1,0 0 0,-1-1 1,0-1-1,0 0 0,-1 0 1,0-1-1,9-10 0,-1-2-231,0-1-1,-2 0 1,-1-1-1,0-1 1,-2 0-1,-1-1 1,-1 0-1,-1-1 0,-1 0 1,-1 0-1,4-37 1,-4 9 382,-3-1-1,-3 1 1,-2-1 0,-13-87 0,14 136-87,-9-32 442,9 38-471,-1-1 0,1 1 0,0-1 0,-1 1 0,1-1 0,0 1 0,-1-1 0,1 1 0,-1-1 0,1 1 0,-1 0 0,1-1 0,-1 1 0,1 0 0,-1-1 0,1 1 0,-1 0 0,0 0 0,1-1 0,-1 1 0,1 0-1,-1 0 1,0 0 0,1 0 0,-1 0 0,1 0 0,-1 0 0,0 0 0,1 0 0,-1 0 0,0 0 0,1 0 0,-1 1 0,1-1 0,-1 0 0,0 0 0,1 1 0,-1-1 0,1 0 0,-1 1 0,1-1 0,-1 0 0,1 1 0,-1-1-1,1 1 1,0-1 0,-1 1 0,1-1 0,0 1 0,-1-1 0,1 2 0,-7 5 12,1 1 0,0 0 1,0 1-1,1 0 0,0 0 0,1 0 0,0 0 0,0 1 0,1-1 0,0 1 1,1 0-1,0 0 0,-1 12 0,-1 22 215,3 73 0,1-102-160,2 47 289,17 106 1,-15-145-307,1 1 1,2-1 0,0 1-1,1-2 1,2 1 0,0-1-1,19 29 1,-25-45-65,0 0 1,0-1-1,0 0 0,1 0 1,0 0-1,0 0 0,0-1 1,0 0-1,1 0 0,0 0 1,-1-1-1,1 0 1,1 0-1,-1 0 0,0-1 1,1 0-1,-1 0 0,1 0 1,0-1-1,0 0 0,-1-1 1,1 1-1,0-1 0,0-1 1,0 1-1,-1-1 1,1 0-1,0-1 0,-1 0 1,13-5-1,9-4-92,-1-3 0,-1 0 0,0-1 0,-1-2 0,35-29 0,-53 40 77,-3 2-6,0 1 0,0 0 1,0 0-1,1 0 0,-1 0 0,1 1 1,9-4-1,-14 10-19,1 0 0,-1 0 0,0 0 0,0 0 0,-1 0 0,1 0 0,-1-1 0,0 1 0,0 0 0,-1 4 0,1-3 25,0 0 15,0 0 1,0 0-1,0 0 0,1 0 1,0 0-1,0 0 0,1 0 1,0 0-1,-1 0 0,1 0 1,1 0-1,-1 0 0,1-1 1,0 1-1,0 0 0,0-1 1,1 1-1,0-1 0,-1 0 1,1 0-1,1 0 0,-1 0 1,1-1-1,-1 1 0,1-1 1,0 0-1,0 0 0,1-1 1,-1 1-1,0-1 0,1 1 1,0-2-1,7 4 0,-2-2 40,0 0-1,0-1 0,0 0 1,1-1-1,-1 0 0,0 0 1,1-1-1,-1 0 0,0-1 1,0 0-1,1-1 0,-1 0 1,0-1-1,0 0 0,18-8 1,-17 4 23,1 0-1,-1-1 1,-1-1 0,1 1 0,-1-2 0,-1 1-1,0-1 1,0-1 0,-1 0 0,0 0 0,-1 0 0,0-1-1,8-21 1,-13 28-46,0-1-1,0 1 1,0-1-1,-1 0 1,1 0-1,-1 0 1,-1 0-1,1 0 1,-1 0-1,0 0 1,-1 0-1,1 0 1,-1 1-1,0-1 1,-1 0-1,0 0 1,1 0-1,-2 1 1,1-1-1,-1 1 1,0 0-1,0 0 1,0 0-1,-1 0 1,1 0-1,-1 1 1,0-1-1,-1 1 1,1 0-1,-1 0 1,0 1-1,-7-5 1,1 2-48,0 1-1,-1 1 1,0-1 0,1 2 0,-1 0 0,-1 0 0,1 1 0,0 1 0,0 0-1,-1 0 1,1 1 0,-1 1 0,1 0 0,-20 5 0,1 1-545,0 1 0,1 1 0,0 2 0,-43 22 1,38-13-192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4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6 342 1904,'-1'5'278,"-1"1"-1,1 0 0,0-1 1,1 1-1,0 0 0,0 0 0,0-1 1,0 1-1,1 0 0,0-1 0,0 1 1,1 0-1,2 7 0,-2-10-61,0 0 0,0 0-1,1-1 1,-1 1 0,0-1 0,1 1-1,0-1 1,-1 0 0,1 0 0,0 0-1,0 0 1,0-1 0,1 1-1,-1-1 1,0 0 0,0 1 0,1-2-1,-1 1 1,1 0 0,-1-1 0,1 1-1,-1-1 1,6-1 0,1 2 80,1-1 1,-1-1-1,1 0 0,-1 0 1,1-1-1,-1-1 1,0 1-1,0-2 1,0 1-1,0-1 1,-1-1-1,1 0 0,-1 0 1,0-1-1,-1 0 1,9-8-1,-12 9-238,1-1-1,-2 1 0,1-1 1,-1 0-1,0-1 1,0 1-1,0-1 1,-1 1-1,0-1 0,-1 0 1,1 0-1,-1 0 1,-1-1-1,1 1 0,-1 0 1,-1-1-1,1 1 1,-1-1-1,0 1 0,-1-1 1,0 1-1,0 0 1,-3-10-1,3 13-37,-1-1 0,0 0 1,0 0-1,0 1 0,-1-1 0,1 1 0,-1-1 1,0 1-1,0 0 0,-1 0 0,1 1 0,-1-1 1,0 1-1,0 0 0,0-1 0,0 2 0,0-1 1,-1 0-1,1 1 0,-1 0 0,0 0 0,0 0 1,0 1-1,1 0 0,-1 0 0,-1 0 0,1 0 1,0 1-1,0 0 0,0 0 0,0 0 0,0 1 0,0 0 1,0 0-1,0 0 0,0 0 0,0 1 0,0 0 1,1 0-1,-1 0 0,0 0 0,1 1 0,0 0 1,0 0-1,0 0 0,0 0 0,0 1 0,0-1 1,1 1-1,0 0 0,0 0 0,0 1 0,0-1 1,1 0-1,-4 8 0,6-11 2,0 0 0,-1-1 0,1 1 0,-1 0 1,1 0-1,0-1 0,0 1 0,0 0 0,-1 0 0,1 0 0,0 0 0,0-1 0,0 1 1,0 0-1,0 0 0,0 0 0,1-1 0,-1 1 0,0 0 0,0 0 0,1 0 1,-1-1-1,0 1 0,1 0 0,-1 0 0,0-1 0,1 1 0,-1 0 0,1-1 1,0 1-1,0 1 0,1-1 8,0-1 1,0 1 0,1 0-1,-1-1 1,0 1 0,0-1-1,0 1 1,0-1-1,1 0 1,-1 0 0,4 0-1,8-2 2,-1 0 0,0-1 0,15-5 0,13-6-24,-1-2 0,0-2 0,-2-2 0,0-1 0,-1-2 0,-2-2 0,57-50 0,-78 60 271,-6 7 1342,-10 25-582,1-8-962,-1 0 0,1 0-1,1 0 1,0 0 0,0 0 0,1-1-1,0 1 1,0 0 0,1 0-1,0 0 1,5 11 0,4 6 136,1-1-1,20 31 1,14 31 1372,-42-70-1348,-5-15-392,1 0-1,0-1 0,1 1 0,-1-1 0,0 1 0,0-1 1,0 1-1,1-1 0,-1 1 0,1-1 0,-1 1 0,1-1 1,0 0-1,0 1 0,-1-1 0,3 2 0,9-4-1009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54 3689,'-4'-10'4850,"3"6"-3392,0-1-1,-1 1 1,0 0 0,0 0-1,0 0 1,-6-7 0,7 10-1375,1 1 1,-1-1 0,0 0-1,0 1 1,0-1-1,0 0 1,0 1-1,0-1 1,0 1 0,-1 0-1,1-1 1,0 1-1,0 0 1,0 0 0,0 0-1,0 0 1,0 0-1,-1 0 1,1 0-1,0 0 1,0 0 0,0 0-1,0 1 1,0-1-1,0 0 1,0 1 0,0-1-1,0 1 1,0-1-1,0 1 1,0 0-1,0-1 1,-1 2 0,-19 14 43,1 1 0,0 0 1,2 1-1,0 1 0,1 1 1,1 1-1,-17 28 0,31-46-20,0 1 0,0-1 0,0 0 0,0 1 0,1-1 0,0 1 0,0-1 0,0 1 0,0 0 0,0-1 0,1 1 0,-1 0-1,1 0 1,0-1 0,0 1 0,1 0 0,-1 0 0,2 4 0,-1-5-28,1 0 0,-1 0 0,1 0 1,0 0-1,0-1 0,0 1 0,0-1 0,0 1 0,1-1 0,-1 0 1,1 0-1,-1 0 0,1 0 0,0-1 0,0 1 0,0-1 1,0 1-1,0-1 0,0 0 0,0 0 0,4 0 0,3 2-101,1 0-1,0-1 0,0-1 0,0 1 0,16-2 1,-23 0-241,0-1 0,0 1 0,0-1 0,0 0 0,0-1 0,0 1 0,0 0 0,0-1 0,0 0 1,-1 0-1,1 0 0,-1-1 0,1 1 0,-1-1 0,0 0 0,0 0 0,5-6 0,11-20-1536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399 173 11098,'-1'-3'882,"1"0"0,0 1 0,0-1-1,-1 1 1,0-1 0,1 0 0,-1 1 0,0 0-1,-3-5 1,-17-20 3114,-40-17-3072,25 20 215,30 19-1048,-1-1 0,-1 1 1,1 1-1,-1-1 0,1 1 0,-1 1 1,0-1-1,-1 1 0,1 1 0,0-1 1,-14 0-1,17 3-104,0 0 0,-1 0 1,1 1-1,0 0 0,0 0 1,-1 0-1,1 1 0,0-1 1,0 1-1,1 0 0,-1 1 0,0-1 1,1 1-1,-1 0 0,1 0 1,0 1-1,0-1 0,0 1 0,0 0 1,-3 4-1,0 1 11,1-1 0,-1 1 1,1 0-1,1 0 0,-1 1 0,2 0 0,-1 0 1,1 0-1,1 0 0,0 1 0,0-1 0,1 1 1,-1 11-1,4-21 12,-1 0 1,0 0 0,1 1-1,-1-1 1,0 0 0,1 0 0,-1 0-1,1 0 1,0 0 0,-1 0-1,1 0 1,0 0 0,0 0-1,-1 0 1,1 0 0,0 0-1,0-1 1,0 1 0,0 0-1,0-1 1,0 1 0,0-1-1,1 1 1,-1-1 0,0 1 0,0-1-1,0 0 1,0 1 0,1-1-1,-1 0 1,0 0 0,0 0-1,0 0 1,1 0 0,-1 0-1,0 0 1,0-1 0,0 1-1,1 0 1,1-1 0,51-15 234,-21 0-191,-21 9-45,-1 1 1,2 1-1,23-7 0,-34 11-13,1 0 0,0 1 0,-1-1 0,1 1 0,0 0 0,0 0 0,-1 0 0,1 0 0,0 0 0,-1 1 0,1-1 0,0 1 0,-1 0 0,1 0 0,0 0 0,-1 0 0,0 0 0,1 1 0,-1-1 0,0 1 0,1-1 1,-1 1-1,4 4 0,2 5-2,0 0-1,-1 0 1,0 1 0,-1 1 0,0-1 0,-1 1 0,6 19 0,19 103 108,-24-105-75,2 10-9,7 25 1,-4 0 1,-2 0-1,0 96 1,-11-149-463,-1-18-998,-2-22-1591,8-12-506,9-13 883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7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8682,'2'56'13763,"12"17"-9685,-13-67-4032,1 0-1,0 0 0,0 0 0,0 0 1,1 0-1,0-1 0,0 1 1,0-1-1,1 0 0,0 1 0,0-2 1,0 1-1,1 0 0,-1-1 0,1 0 1,0 0-1,0 0 0,1-1 0,-1 0 1,1 0-1,-1 0 0,9 2 1,-1-2-29,1 0 0,0-2 1,0 1-1,0-2 1,0 0-1,-1 0 1,1-1-1,0-1 0,0-1 1,0 0-1,-1 0 1,17-7-1,11-8-134,0-2 0,55-36 0,-62 34 9,1 2-1,0 1 1,57-20 0,-81 36 93,-1 1 0,1 0 0,0 0 0,0 1 0,0 0 0,0 1-1,0 1 1,-1-1 0,1 2 0,12 2 0,10 5-15,60 26 0,-72-26 39,-1 0 0,1-2 0,0 0 1,1-1-1,-1-1 0,1-2 1,32 3-1,-33-7 5,1-1 0,-1-1 0,0-1 1,0 0-1,37-14 0,-46 13-15,0 0 1,0 0-1,-1-1 0,0-1 1,0 0-1,-1 0 0,0-1 1,0 0-1,-1-1 1,0 0-1,10-13 0,-18 20 0,1 0-1,0 0 0,-1-1 0,1 1 0,-1-1 0,0 1 0,0-1 1,0 0-1,0 1 0,-1-1 0,1 0 0,-1 1 0,1-1 0,-1 0 0,0 0 1,0 0-1,0 1 0,0-1 0,-1 0 0,1 0 0,-1 1 0,0-1 1,1 0-1,-1 1 0,-1-1 0,1 1 0,0-1 0,0 1 0,-1-1 0,0 1 1,1 0-1,-1 0 0,0 0 0,-4-3 0,4 3 5,-1 0 0,0 0 0,1 0 0,-1 1 0,0 0 0,0-1 0,0 1 0,-1 0 0,1 0-1,0 1 1,0-1 0,0 1 0,-1-1 0,1 1 0,0 0 0,0 0 0,-1 1 0,1-1 0,0 1 0,0-1 0,-1 1 0,1 0 0,0 0 0,0 0-1,0 1 1,0-1 0,0 1 0,1 0 0,-4 2 0,-5 5 23,1 1 1,0 0-1,1 0 0,0 1 1,0 0-1,-12 22 0,18-27 4,-1 0-1,1 0 0,0 1 0,1-1 0,-1 1 0,1-1 0,1 1 0,-1 0 0,1 0 0,0 0 0,1 0 0,0 0 0,0 0 0,0 0 0,2 8 1,-2-12-23,1-1 1,-1 0-1,1 1 1,0-1 0,0 0-1,0 0 1,0 0 0,0 0-1,0 0 1,0 0-1,1 0 1,-1 0 0,1 0-1,-1 0 1,1-1 0,0 1-1,0-1 1,0 1-1,0-1 1,0 0 0,0 0-1,0 0 1,0 0 0,0 0-1,1 0 1,-1 0-1,0-1 1,0 1 0,1-1-1,-1 0 1,1 1 0,-1-1-1,5-1 1,-2 0-19,0 0 0,0 0 0,-1-1 0,1 0 0,0 0 1,-1 0-1,1 0 0,-1-1 0,0 1 0,0-1 0,0 0 0,0-1 1,0 1-1,-1-1 0,4-3 0,2-5-22,1 0 0,0 1 1,1 0-1,21-15 0,-30 24 30,0 0 0,1 0 0,-1 1 0,1-1 0,0 1 0,-1-1 1,1 1-1,0 0 0,0 0 0,0 1 0,0-1 0,-1 0 0,1 1 0,0 0 0,0 0 0,0 0 0,0 0 0,0 0 0,0 0 1,0 1-1,0-1 0,0 1 0,0 0 0,0 0 0,0 0 0,-1 0 0,1 1 0,-1-1 0,1 1 0,-1 0 0,4 2 1,17 18 71,-16-14-34,1-1 0,0 1 0,0-1 0,0-1 0,1 1 0,0-2 0,0 1 0,0-1 0,1 0 0,0-1 0,0 0 0,0-1 0,0 0 0,20 3 0,-17-5-17,1-1-1,0 0 1,-1-1 0,1 0-1,-1-1 1,1-1-1,-1 0 1,0 0 0,0-2-1,0 0 1,14-7-1,-4-1-64,-1-1-1,0-2 0,0 0 0,32-32 0,-53 46 47,1 0 1,0 0-1,0 0 0,1 1 0,-1-1 0,0 1 0,0-1 1,1 1-1,-1 0 0,1 0 0,-1 0 0,1 0 0,0 1 0,-1-1 1,1 1-1,0-1 0,-1 1 0,1 0 0,0 0 0,0 0 1,-1 0-1,1 1 0,0-1 0,-1 1 0,1-1 0,0 1 0,3 2 1,4 3 24,1 0 0,-1 1 1,-1 0-1,1 0 1,10 12-1,-11-10-13,0-1-1,0-1 1,1 1 0,14 7-1,-19-13-6,0 0 0,0 0 0,0 0 0,0-1 0,0 1 0,1-1-1,-1-1 1,0 1 0,1-1 0,-1 0 0,1 0 0,-1 0 0,10-3-1,-3-1-25,0 0 0,0 0-1,0-2 1,12-7 0,-14 7-4,1 1 1,-1 0 0,1 0-1,0 1 1,0 0 0,19-3 0,-25 6 20,1 1 0,-1 0 1,0 0-1,0 1 0,0 0 0,0-1 1,0 2-1,0-1 0,0 0 1,0 1-1,0 0 0,0 0 0,-1 1 1,1-1-1,6 6 0,3 3 20,0 1 0,-1 1 0,13 16 0,12 11 45,-37-39-88,1 1 0,-1-1 0,1 0 0,-1 0 1,1 0-1,-1 0 0,1 0 0,-1 0 1,1 0-1,0-1 0,0 1 0,-1 0 0,1-1 1,0 1-1,0-1 0,0 0 0,-1 0 0,1 0 1,0 0-1,0 0 0,0 0 0,0 0 0,0-1 1,-1 1-1,1 0 0,0-1 0,0 0 0,-1 1 1,1-1-1,0 0 0,-1 0 0,1 0 0,-1 0 1,1 0-1,-1 0 0,2-2 0,5-5-708,-1 0-1,0 0 1,-1-1-1,0 0 1,5-10-1,-5 10-285,24-40-1665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15259,'-17'110'6161,"10"-76"-5495,-4 66 0,13-27 29,14 90 0,-8-104-520,-3 0 0,-3 108 1,-2-164-179,0-1-1,-1 0 1,1 1 0,0-1-1,-1 0 1,0 0 0,1 1 0,-1-1-1,0 0 1,0 0 0,0 0-1,0 0 1,-1 0 0,-2 3 0,4-4-2,0-1 1,0 0-1,-1 0 1,1 0 0,0 0-1,-1 0 1,1 1-1,0-1 1,-1 0-1,1 0 1,0 0 0,-1 0-1,1 0 1,0 0-1,-1 0 1,1 0 0,0 0-1,-1 0 1,1 0-1,0 0 1,0-1 0,-1 1-1,1 0 1,0 0-1,-1 0 1,1 0 0,0 0-1,0-1 1,-1 1-1,1 0 1,0 0-1,-1-1 1,-9-18-157,7 9 103,0 0-1,1 0 1,0 0 0,1 0 0,0 0-1,1 0 1,0 0 0,0 0 0,1 0 0,0 0-1,1 0 1,0 0 0,1 0 0,4-11-1,-4 14 64,0 1 0,1 0 0,0 0-1,0 0 1,0 0 0,1 1 0,-1 0-1,1 0 1,1 0 0,-1 0 0,1 1 0,0 0-1,0 0 1,0 0 0,0 1 0,0 0-1,1 0 1,0 1 0,-1 0 0,14-3-1,7 2 278,-1 0-1,1 2 1,0 1 0,0 2-1,0 0 1,-1 1-1,1 2 1,-1 1-1,0 1 1,-1 1 0,1 1-1,-2 2 1,1 0-1,-2 2 1,32 20-1,-48-28-187,-1 0-1,1 1 0,-1-1 1,0 1-1,0 1 0,-1-1 1,0 1-1,0 0 1,0 0-1,-1 0 0,0 1 1,0-1-1,-1 1 0,0 0 1,-1 0-1,3 10 0,4-54-1041,-5 7-98,-1 0-1,-2 0 1,-1-1-1,-4-34 1,2 47 904,-1 0-1,0 1 1,-2-1 0,1 1-1,-2 0 1,0 0-1,-1 1 1,-16-26 0,22 40 215,1-1 1,-1 1-1,0 0 1,0 0 0,0-1-1,0 1 1,0 0-1,0 0 1,0 0 0,0 0-1,-1 1 1,1-1-1,0 0 1,-1 0-1,1 1 1,0-1 0,-1 1-1,1-1 1,-1 1-1,1-1 1,-1 1-1,-1 0 1,2 0-5,0 0-1,0 1 1,0-1 0,0 1-1,-1 0 1,1-1-1,0 1 1,1 0 0,-1-1-1,0 1 1,0 0 0,0 0-1,0 0 1,1 0 0,-1 0-1,0 0 1,1 0-1,-1 0 1,1 0 0,-1 0-1,1 0 1,-1 0 0,1 0-1,0 1 1,0-1 0,-1 0-1,1 2 1,0-3-133,0 0 0,0 0 0,0 1 1,0-1-1,0 0 0,1 0 0,-1 0 0,0 1 1,0-1-1,0 0 0,0 0 0,0 0 0,0 1 1,0-1-1,1 0 0,-1 0 0,0 0 0,0 0 1,0 1-1,0-1 0,1 0 0,-1 0 0,0 0 1,0 0-1,0 0 0,1 0 0,-1 0 0,0 1 1,0-1-1,0 0 0,1 0 0,-1 0 0,0 0 0,0 0 1,1 0-1,-1 0 0,0 0 0,0 0 0,1 0 1,-1 0-1,0 0 0,0-1 0,0 1 0,1 0 1,-1 0-1,0 0 0,0 0 0,0 0 0,1 0 1,-1 0-1,0-1 0,0 1 0,3 0-508,16-3-1221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16420,'-1'1'332,"0"0"0,1 1 1,-1-1-1,0 0 0,0 0 1,0 0-1,0 0 0,0 0 1,0 0-1,0 0 1,0 0-1,0-1 0,0 1 1,-1 0-1,1-1 0,-3 2 1,0-1-100,-1-1 0,0 1 1,1-1-1,-1 0 0,0 0 0,-8-1 1,-6 0 1410,18 1-1637,1 0 0,0 1 0,-1-1 0,1 0 0,0 1 0,-1-1 0,1 0 0,0 1 0,-1-1 0,1 1 1,0-1-1,0 1 0,-1-1 0,1 1 0,0-1 0,0 0 0,0 1 0,0-1 0,0 1 0,0-1 0,0 1 0,0-1 0,0 1 1,0-1-1,0 1 0,0-1 0,0 1 0,0-1 0,0 1 0,0-1 0,0 1 0,1-1 0,-1 1 0,0-1 0,0 1 0,1 0 0,7 18 200,3 0-86,2-2 1,0 1-1,18 18 1,14 16-11,-44-50-93,0-1-1,0 1 0,1 0 1,-1-1-1,0 1 1,0 0-1,-1 0 0,1 0 1,0-1-1,-1 1 0,1 0 1,-1 0-1,1 0 1,-1 0-1,0 0 0,0 0 1,0 0-1,0 0 1,0 0-1,-1 0 0,1 0 1,0 0-1,-1 0 0,0 0 1,1 0-1,-1-1 1,0 1-1,0 0 0,0 0 1,0-1-1,0 1 0,0-1 1,-1 1-1,1-1 1,0 1-1,-1-1 0,1 0 1,-1 1-1,0-1 0,1 0 1,-1 0-1,0 0 1,0-1-1,-2 2 0,-12 5 82,0 0 0,0-1 0,-1-1 0,-18 3 0,20-4-75,11-3-320,-30 7 844,26-7-5555,25-10 3262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0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17644,'6'10'2056,"1"5"1793,-1-2-2409,0-5-543,-1-2-273,-1-6-368,2 0-8,0-5-128,-2-2-264,-2-4-1545,-2 1 1153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1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189 158 11466,'-7'-54'7705,"7"46"-7297,0-1 0,-1 1-1,0 0 1,-1-1 0,0 1 0,0 0-1,0 0 1,-5-10 0,6 17-374,1 0 0,-1 0 0,0-1-1,0 1 1,0 0 0,1 0 0,-1 0 0,0 0 0,0 0 0,-1 0 0,1 0-1,0 0 1,0 0 0,0 1 0,-1-1 0,1 0 0,0 1 0,-1-1 0,1 1 0,0 0-1,-1-1 1,1 1 0,0 0 0,-1 0 0,1 0 0,-3 0 0,1 0-19,0 1 0,1 0 0,-1 0 0,0 0 0,1 1 0,-1-1 0,0 1 0,1-1 0,0 1 0,-1 0 0,1 0 0,-3 3 0,-2 3-41,-1 1 0,1 0 0,1 1-1,0 0 1,-9 18 0,5 0 17,1 1-1,2 1 0,0 0 1,-3 53-1,6 122 174,4-196-139,1 1 0,0-1 0,0 1 0,1-1-1,0 1 1,0-1 0,1 0 0,1 0-1,-1 0 1,1 0 0,1-1 0,6 11-1,-7-16-10,-1 1 0,0-1 0,1 0-1,0 0 1,-1 0 0,1-1 0,0 1-1,1-1 1,-1 0 0,0 0-1,1 0 1,-1 0 0,1-1 0,-1 0-1,1 0 1,0 0 0,0-1-1,-1 0 1,1 1 0,0-2 0,0 1-1,-1 0 1,1-1 0,0 0 0,7-3-1,-1 1-201,0 0 1,-1-1-1,1 0 0,-1-1 0,0 0 0,-1-1 0,17-12 1,25-33-4020,-23 18 1811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1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33 4801,'-7'-3'8506,"-2"13"-4059,-8 28-2160,5-13-786,7-16-1243,1 1-1,-1 0 1,1 0 0,1 1-1,0-1 1,1 1 0,0 0-1,-1 11 1,3-20-228,-1 1 0,1 0 0,0-1 1,0 1-1,0 0 0,0-1 0,0 1 0,1-1 1,-1 1-1,1 0 0,0-1 0,0 1 0,0-1 0,0 0 1,0 1-1,0-1 0,0 0 0,1 1 0,0-1 1,-1 0-1,1 0 0,0 0 0,0-1 0,0 1 1,0 0-1,0-1 0,0 1 0,0-1 0,1 0 1,-1 0-1,1 1 0,-1-2 0,1 1 0,-1 0 0,1 0 1,-1-1-1,6 1 0,-5-1-1,0 0 1,0 0-1,0 0 1,0-1-1,0 1 0,-1-1 1,1 0-1,0 0 0,0 0 1,-1 0-1,1 0 1,0 0-1,-1-1 0,1 0 1,-1 1-1,4-4 0,-1 0-1,0 0 0,-1-1-1,1 1 1,-1-1 0,0 0-1,5-10 1,-1-2-21,-1-1 0,0 1 1,-1-1-1,3-22 0,-4-18 47,-11 29-28,6 30-27,-1-1 0,1 0 0,-1 1 0,1-1 0,-1 1 0,1-1 0,-1 1 0,1-1 0,-1 1 0,0-1 0,1 1 0,-1-1-1,0 1 1,1 0 0,-1-1 0,0 1 0,1 0 0,-1 0 0,0-1 0,0 1 0,1 0 0,-1 0 0,0 0 0,0 0 0,1 0 0,-1 0 0,0 0 0,0 0 0,1 1 0,-1-1 0,-1 0 0,0 1-8,0 0 0,1 1-1,-1-1 1,0 0 0,0 1 0,1-1-1,-1 1 1,1-1 0,-1 1 0,1 0-1,-1 0 1,1-1 0,0 1 0,0 0-1,0 0 1,0 0 0,0 1 0,1-1-1,-1 0 1,1 0 0,-1 0 0,1 0-1,0 1 1,0-1 0,0 0-1,0 5 1,0-2 7,0 1 0,1-1 0,-1 1 0,1-1 0,0 1-1,0-1 1,1 0 0,0 1 0,0-1 0,2 5 0,-2-7 5,1 1 1,-1-1-1,0 0 1,1 0-1,0 0 0,0 0 1,0-1-1,0 1 1,0-1-1,0 0 1,1 0-1,-1 0 1,1 0-1,-1-1 0,1 1 1,0-1-1,-1 0 1,1 0-1,0 0 1,0-1-1,0 1 0,0-1 1,0 0-1,0 0 1,7-1-1,4-3 26,0 0 0,0 0 0,0-2 0,-1 0 0,18-9 0,21-9 40,-50 22-64,0 2 0,0-1 0,0 0 1,0 0-1,0 1 0,0 0 0,0 0 0,0 0 0,0 0 1,0 0-1,0 0 0,0 1 0,0-1 0,0 1 0,0 0 1,-1 0-1,1 0 0,0 0 0,0 1 0,-1-1 1,1 1-1,4 3 0,2 3 25,-1 1 1,0 0-1,0 1 0,11 16 1,-14-17 18,1-1 0,1 1-1,-1-1 1,1 0 0,1-1 0,11 10 0,-16-15-23,0-1-1,0 1 1,0-1 0,0 0 0,0 0-1,0 0 1,0 0 0,0-1 0,0 1-1,1-1 1,-1 0 0,0 0 0,0 0 0,0 0-1,1 0 1,-1-1 0,0 1 0,0-1-1,0 0 1,0 0 0,0 0 0,0-1-1,0 1 1,0-1 0,4-3 0,0 0 16,0 0 0,0-1-1,-1 0 1,1 0 0,-1-1 0,-1 0 0,0 0 0,0 0-1,0-1 1,-1 1 0,5-11 0,-4 8-13,0 0 1,1 0-1,1 0 1,0 0-1,13-13 1,-19 22-30,0 0 1,0 1 0,0-1 0,0 0 0,0 1-1,0-1 1,1 1 0,-1-1 0,0 1 0,0 0-1,1-1 1,-1 1 0,0 0 0,0 0 0,1 0-1,-1 0 1,0 0 0,1 0 0,-1 0 0,0 0-1,0 1 1,1-1 0,-1 0 0,0 1-1,0-1 1,1 1 0,-1 0 0,0-1 0,0 1-1,1 1 1,39 33 55,-14-11 21,-16-17-47,-1-1 0,1-1 0,0 0 1,0-1-1,1 0 0,0 0 0,-1-1 0,1-1 0,15 1 0,14 0-2,56-4-1,-70 0-38,-17 0 0,0 0-1,-1-2 0,1 1 1,-1-1-1,0 0 0,0-1 1,0 0-1,0-1 0,-1 1 1,16-12-1,-13 8 12,1 1 0,0 0-1,0 1 1,19-7 0,-28 12 7,0 1 0,0 0 0,0 0 0,0 0 0,1 0 1,-1 0-1,0 1 0,0-1 0,0 1 0,0 0 0,-1 0 0,1 0 0,0 0 0,0 0 0,3 3 0,24 7 23,53 0 136,4 1-3445,-73-7 2332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1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63 452 11298,'20'86'2670,"-4"-22"-24,-3 0 0,7 95 0,-20-158-2582,0 0 0,1-1 0,-1 1 0,0 0-1,0 0 1,0-1 0,0 1 0,0 0 0,0 0 0,0-1 0,0 1 0,0 0 0,-1 0-1,1-1 1,0 1 0,0 0 0,-1 0 0,1-1 0,0 1 0,-1 0 0,1-1 0,-1 1-1,1-1 1,-1 2 0,-10-13 782,-10-30-351,5-9-423,2-2 0,2 0-1,-9-102 1,3 19 12,12 102-77,1 0 1,2-1 0,2-47 0,2 73-4,-1-1 0,1 0 0,0 1 1,1-1-1,0 1 0,0-1 1,1 1-1,0 0 0,1 0 0,-1 0 1,2 1-1,-1-1 0,1 1 0,0 0 1,0 0-1,1 1 0,0-1 0,11-8 1,-15 14 1,1-1 0,-1 1 0,1 0 0,-1-1 0,0 1 0,1 1 0,0-1 0,-1 0 0,1 1 0,0-1 0,-1 1 1,1 0-1,0-1 0,-1 1 0,1 1 0,0-1 0,0 0 0,-1 1 0,6 1 0,-3 0 0,1 0 1,-1 1-1,0 0 1,1 0-1,-1 0 0,-1 1 1,1-1-1,0 1 0,3 5 1,-2-3 15,0 1 0,0-1 0,-1 1-1,0 0 1,0 1 0,-1-1 0,0 1 0,-1 0 0,1 0 0,-1 0 0,-1 0 0,0 1 0,2 8 0,-5-9-24,-1 0 0,1-1 0,-1 1 0,-1-1-1,0 1 1,0-1 0,0 0 0,-1 0 0,1 0 0,-2 0 0,1-1 0,-1 1 0,0-1 0,0 0 0,-1-1 0,0 0 0,0 1 0,0-2-1,-1 1 1,1-1 0,-1 0 0,0 0 0,0-1 0,-1 0 0,1 0 0,-10 2 0,16-5-32,0 1 1,0-1-1,0 0 0,0 0 1,0 1-1,-1-1 0,1 0 1,0 0-1,0 0 0,0 0 1,0 0-1,0 0 0,0-1 1,0 1-1,0 0 0,0 0 1,0-1-1,0 1 0,0-1 1,0 1-1,0-1 0,0 1 1,1-1-1,-1 1 0,0-1 1,0 0-1,0 1 0,1-1 1,-1 0-1,0 0 0,1 0 1,-1 0-1,1 0 0,-1 1 1,1-1-1,-1 0 0,1 0 1,0 0-1,-1 0 0,1 0 1,0 0-1,0-1 0,0 1 1,0 0-1,0 0 1,0 0-1,0 0 0,0 0 1,0-1-1,1-2-379,0 1 1,0-1-1,0 0 1,0 1-1,1-1 1,-1 1-1,1-1 1,0 1-1,0 0 1,0 0-1,1 0 1,4-5-1,18-10-4540,7 0 943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3025,'54'-14'3636,"23"-16"8732,-106 49-6124,19-11-6095,-1-1 1,1 2-1,1-1 1,0 2-1,0-1 0,1 1 1,-8 11-1,15-19-142,0 0 1,0 0-1,0 0 0,0 0 0,0 0 0,0 0 0,0 0 0,1 0 0,-1 0 0,1 0 1,0 0-1,-1 0 0,1 0 0,0 0 0,0 1 0,0-1 0,1 0 0,-1 0 1,1 0-1,-1 0 0,1 0 0,-1 0 0,1 0 0,0 0 0,0 0 0,0 0 0,0 0 1,0 0-1,1-1 0,-1 1 0,1 0 0,-1-1 0,1 0 0,-1 1 0,1-1 1,0 0-1,0 1 0,-1-1 0,1 0 0,0 0 0,0-1 0,0 1 0,0 0 0,0-1 1,0 1-1,5 0 0,9 2 20,1-1 0,0 0 1,0-1-1,27-3 0,-37 2-55,95 3 2,-77-1 87,1 0-1,0-2 0,-1-1 0,1-1 1,38-9-1,-63 11-41,1 0-1,-1 0 1,1-1-1,-1 1 1,1-1-1,-1 0 1,0 1 0,1-1-1,-1 0 1,0 0-1,0 0 1,1 1-1,-1-1 1,0-1-1,0 1 1,0 0-1,0 0 1,0 0 0,0 0-1,-1-1 1,1 1-1,0 0 1,-1-1-1,2-2 1,-2 1-4,0-1 1,0 0 0,0 0-1,-1 0 1,1 1-1,-1-1 1,-2-7-1,2 9-45,0-1-1,0 0 0,0 0 0,1 0 1,-1 1-1,1-1 0,0 0 0,-1 0 1,1 0-1,0 0 0,1 0 0,-1 0 1,0 0-1,1 0 0,0 1 1,0-1-1,0 0 0,0 0 0,0 1 1,3-6-1,1 3-4,0 0 0,1 1 1,-1-1-1,1 1 0,0 0 0,0 1 1,0 0-1,1 0 0,-1 0 1,1 0-1,0 1 0,0 0 0,9-1 1,14-1 127,58-2 1,-30 4 125,-13-5-19,-33 4-88,1 1 0,-1 0 0,0 1 0,24 1 0,-35 1-98,-1 0 0,0-1 0,1 1 0,-1 0 0,0 0 0,0-1-1,1 1 1,-1 0 0,0 0 0,0 0 0,0-1 0,0 1 0,0 0 0,0 0 0,0-1 0,0 1 0,-1 0 0,1 0 0,0-1-1,0 1 1,-1 0 0,1 0 0,0-1 0,-1 1 0,1 0 0,-1-1 0,1 1 0,-1 0 0,1-1 0,-1 1 0,1-1 0,-2 2-1,-18 25 96,14-20-100,1 0 0,-1 1 0,2-1 1,-1 1-1,1 0 0,0 0 0,0 1 0,1-1 0,0 1 0,-2 11 0,5-16-9,0 1 0,0-1 0,0 0-1,0 1 1,1-1 0,-1 0 0,1 1 0,0-1-1,0 0 1,1 0 0,-1 0 0,1 0-1,0 0 1,0 0 0,0-1 0,1 1-1,-1-1 1,1 1 0,0-1 0,0 0-1,0 0 1,0 0 0,7 4 0,-7-5-2,1 0 0,-1 0-1,1 0 1,0 0 0,-1 0 0,1-1 0,0 0 0,0 0 0,0 0 0,0 0 0,0-1-1,0 1 1,1-1 0,-1 0 0,0 0 0,0-1 0,7-1 0,-3 0-1,0 0 0,0-1 0,-1 0 0,1 0 0,-1-1 0,0 0 0,0 0 0,0 0 0,6-7 0,-6 5 4,-1 0-1,1 0 0,-2 0 0,1-1 1,-1 0-1,0 0 0,0 0 0,5-13 1,-8 16 2,0 0 0,-1-1 1,0 1-1,0 0 0,0 0 1,0-1-1,0 1 0,-1 0 1,0-1-1,0 1 1,0-1-1,-1 1 0,1 0 1,-1-1-1,0 1 0,-2-7 1,1 7-9,0 0 1,0 0-1,0 0 0,-1 0 1,1 1-1,-1-1 1,0 0-1,0 1 0,0 0 1,-1 0-1,1 0 1,-1 0-1,1 1 1,-1-1-1,0 1 0,-6-3 1,3 3-16,-1-1 0,0 1 1,1 1-1,-1-1 1,0 1-1,0 1 0,0-1 1,-13 2-1,-9 3-469,1 2 1,0 1-1,-51 18 0,75-23 356,-40 15-1162,10-2 453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16 11098,'-1'-1'537,"0"0"0,0 0-1,0 0 1,0 0 0,0 0-1,0 0 1,0 0-1,0 0 1,0 0 0,0 0-1,0 1 1,-1-1 0,1 0-1,0 1 1,-1-1 0,1 1-1,0-1 1,-1 1-1,-1 0 1,-36-1 2694,-32 19-2478,65-15-729,1 0-1,-1 0 1,0 1 0,1 0-1,0 0 1,0 0 0,0 1-1,1-1 1,-1 1 0,1 1-1,0-1 1,1 0 0,-1 1-1,1 0 1,0 0 0,1 0-1,-1 0 1,1 0 0,0 0-1,1 1 1,-1-1 0,1 1 0,0 9-1,0-12-31,1 0 0,0 0 0,0 0-1,0 1 1,0-1 0,1 0 0,-1 0 0,1 0 0,0 0-1,1 0 1,-1 0 0,0 0 0,1 0 0,0 0-1,0 0 1,0-1 0,1 1 0,-1-1 0,1 0-1,0 0 1,0 0 0,0 0 0,0 0 0,0 0-1,1-1 1,-1 0 0,1 1 0,0-1 0,-1-1 0,1 1-1,0 0 1,0-1 0,0 0 0,0 0 0,1 0-1,6 0 1,-2-1-85,-1 0 0,1 0-1,0-1 1,0 0-1,0-1 1,-1 0 0,1-1-1,-1 1 1,1-1 0,8-5-1,1-2-661,1-1-1,-2-1 0,19-15 0,18-18-742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18892,'-3'1'976,"2"22"1121,-2 6-825,-9 11-272,-3 8-248,-8 10-672,-3 5-80,-3 13-8,-5 5-16,-5 14 16,5 3-80,-3 4-336,0 4-296,6-7-712,-2-6-473,15-14-959,5-9-1793,9-20 2264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1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75 277 10274,'-2'-2'241,"1"0"0,-1 0-1,0 1 1,0-1 0,0 1 0,0 0-1,0-1 1,0 1 0,0 0 0,-1 0-1,1 0 1,0 1 0,-1-1 0,1 0-1,0 1 1,-1 0 0,1-1 0,-1 1-1,1 0 1,-1 0 0,-2 1 0,4 0-191,-1 0 1,0 0-1,1 1 1,-1-1-1,1 1 1,-1-1-1,1 1 1,-1-1 0,1 1-1,0 0 1,0-1-1,0 1 1,0 0-1,0 0 1,1 0-1,-1 0 1,0 0 0,1 0-1,-1 0 1,1 0-1,0 0 1,0 0-1,0 0 1,0 0-1,0 3 1,0-3-31,0 1 1,0-1-1,0 0 0,0 1 1,0-1-1,0 0 0,1 1 1,-1-1-1,1 0 1,-1 1-1,1-1 0,0 0 1,0 0-1,0 0 0,0 0 1,1 0-1,-1 0 0,0 0 1,1 0-1,-1 0 1,1-1-1,0 1 0,2 1 1,-1-1-6,1-1 0,-1 1 0,1-1 0,0 0 0,0 0 0,-1 0 0,1 0 0,0-1 0,0 0 0,0 1 1,-1-2-1,1 1 0,4-1 0,5-1 51,1 0 1,-1-2-1,0 1 1,0-2 0,-1 0-1,1 0 1,13-9-1,-18 8 34,0 0 0,0 0 0,-1-1 0,1 0 0,-2-1 0,1 1 0,-1-1 0,0-1 0,-1 1 0,8-14 0,-11 16-54,1 0 0,-1 1 0,1-1 0,-2 0 0,1-1 0,-1 1-1,0 0 1,0 0 0,0 0 0,-1-1 0,0 1 0,0 0 0,-1-1-1,0 1 1,0 0 0,0 0 0,-5-11 0,5 15-21,0 0 0,0 0 0,0 0 1,0 0-1,0 0 0,0 1 0,-1-1 0,1 0 0,-1 1 1,1-1-1,-1 1 0,0 0 0,0 0 0,1-1 0,-1 1 1,0 0-1,0 0 0,0 1 0,0-1 0,0 0 0,-3 0 1,1 1 3,0-1 1,-1 1 0,1 0 0,0 0 0,-1 1 0,1 0-1,0-1 1,-1 1 0,-7 3 0,-4 3-52,0 1 1,1 0-1,0 1 1,-17 12-1,30-19-16,-3 1-59,0 1 0,0-1-1,1 1 1,-1 0 0,1 1 0,0-1-1,0 1 1,-5 7 0,66-27-7086,17-14 2772,1-4 3618,49-21 4794,-112 50-3009,-1-1 0,0-1 0,0 1 0,-1-2 0,12-8 0,-22 16-896,0-1 0,-1 1 1,1-1-1,-1 1 1,1-1-1,-1 0 0,1 1 1,-1-1-1,1 1 0,-1-1 1,1 0-1,-1 1 0,1-1 1,-1 0-1,0 0 0,1 0 1,-1 0-1,0 1 0,1-1 1,-1 0-1,0 0 1,1 0-1,-1 0 0,1 0 1,-1 0-1,0 0 0,1-1 1,-1 1-1,0 0 0,1 0 1,-1 0-1,1-1 0,-1 1 1,0 0-1,1-1 0,-1 1 1,1 0-1,-1-1 1,1 1-1,-1-1 0,1 1 1,-1-1-1,1 1 0,0-1 1,-1 1-1,1-1 0,0 1 1,-1-1-1,1 0 0,0 1 1,0-1-1,0 1 1,-1-1-1,1 0 0,0 1 1,0-1-1,0 0 0,0 1 1,0-1-1,0 0 0,0 1 1,0-1-1,1 0 0,-3 4-39,0 1-1,1-1 0,-1 1 1,1-1-1,0 1 0,0 0 1,0-1-1,1 1 0,-1 0 0,1 0 1,0 0-1,0-1 0,0 1 1,1 0-1,-1 0 0,1 0 1,0-1-1,0 1 0,0-1 1,1 1-1,-1 0 0,1-1 0,0 0 1,0 1-1,0-1 0,3 3 1,8 9-14,0 0 0,0-2 0,2 1 0,17 11 0,12 13 88,-36-30-141,0 0 0,0 0 0,-1 1-1,0 0 1,0 1 0,-1 0 0,0 0-1,-1 0 1,0 0 0,-1 1 0,0 0-1,3 12 1,-6-19-786,2-6 241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41 7298,'-6'-24'1903,"8"7"6752,0 20-8383,-1 0 0,1 0 0,0 0 1,-1 0-1,0 0 0,1 0 0,-1 0 0,0 1 0,-1-1 1,1 0-1,-1 1 0,1-1 0,-1 6 0,1 4 263,19 251 2727,-4-29-2107,-16-231-1130,1 1 0,-1 0 1,1-1-1,1 1 0,-1-1 0,0 1 1,1-1-1,0 1 0,4 6 1,-5-10-19,1 0 0,-1 0 0,0 0 0,0 0 0,1 0 0,-1-1 0,0 1 0,1 0 0,-1-1 0,1 1 0,-1-1 0,1 1 0,-1-1 0,1 0 0,-1 0 1,1 0-1,-1 1 0,1-1 0,-1-1 0,1 1 0,0 0 0,-1 0 0,1-1 0,-1 1 0,1 0 0,-1-1 0,0 0 0,1 1 0,-1-1 0,1 0 0,1-2 0,14-6-22,-1-2 0,0-1-1,0 0 1,-2 0 0,16-18-1,-10 11-1,36-28 0,-53 45 26,0 0 1,0 0 0,0 0-1,0 1 1,1-1-1,-1 1 1,1 0 0,-1 0-1,1 0 1,-1 0-1,1 1 1,0-1 0,-1 1-1,1 0 1,0 0-1,-1 1 1,1-1 0,0 1-1,-1-1 1,1 1-1,6 3 1,3 2 80,-1 0 1,1 1-1,-1 1 0,17 14 0,-20-14-15,0-1 0,1 0-1,0-1 1,1 0 0,-1 0 0,19 6-1,-24-11-48,-1-1 0,1 1 0,0-1-1,0-1 1,0 1 0,0-1 0,-1 1 0,1-1-1,0-1 1,-1 1 0,1-1 0,-1 0-1,1 0 1,-1 0 0,0 0 0,6-4-1,-7 3-17,1 1 0,-1-1 0,1 1 0,0 0 0,-1 1-1,1-1 1,0 1 0,0 0 0,0 0 0,1 0-1,-1 0 1,0 1 0,0-1 0,0 1 0,1 0 0,-1 0-1,8 2 1,-7 0-3,-1 0 0,0 1-1,0 0 1,0-1 0,0 1 0,0 0-1,0 1 1,-1-1 0,0 1 0,1 0-1,-1-1 1,-1 2 0,1-1-1,3 7 1,26 66-879,-32-78-202,0-9 347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23 11971,'-26'-7'2984,"17"5"2281,2 1-3560,4 1-745,0-2-136,3 1-1096,9-1-1336,7-1-1505,11-1 1257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6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16612,'1'1'221,"1"-1"0,0 1 0,-1 0 0,1-1 0,-1 1 0,1 0 0,-1 0 0,0 0 0,1 0 0,-1 0 0,0 0 0,0 1 0,0-1 0,1 0 0,-1 1 0,-1-1 0,1 1 0,0-1 0,0 1 0,0-1 0,-1 1 0,1-1 0,-1 1 0,1 0 0,-1-1 0,0 1 1,0 0-1,0-1 0,1 1 0,-2 0 0,1 0 0,0-1 0,0 1 0,0 0 0,-1-1 0,1 1 0,-2 1 0,-2 7-126,-1 0 0,0 0 0,-1-1-1,0 0 1,-7 9 0,-8 13 257,19-28-344,0 0 0,0 1-1,0-1 1,1 1 0,-1-1-1,1 1 1,0-1 0,0 1-1,1 0 1,-1 0 0,1-1-1,-1 1 1,1 0 0,1 0-1,-1 4 1,2-5-6,-1-1 0,0 0-1,1 1 1,-1-1 0,1 0 0,0 0 0,0 0-1,0 0 1,0 0 0,0-1 0,0 1-1,0 0 1,1-1 0,-1 0 0,0 0 0,1 1-1,-1-1 1,1-1 0,-1 1 0,1 0 0,0-1-1,3 1 1,25 5 24,46 4 0,-58-10-21,-1 2 0,1 0 0,0 2 0,0 0 0,-1 0 0,0 2-1,0 0 1,22 12 0,-38-17 3,-1-1-1,0 1 1,1-1 0,-1 1-1,0 0 1,0-1-1,1 1 1,-1 0-1,0 0 1,0 0 0,0 0-1,0 0 1,0 0-1,0 0 1,0 0-1,-1 1 1,1-1 0,0 0-1,-1 0 1,1 1-1,-1-1 1,1 1-1,-1-1 1,1 0 0,-1 1-1,0-1 1,0 1-1,0-1 1,0 0-1,0 1 1,0-1 0,0 1-1,0-1 1,-1 1-1,1-1 1,0 0 0,-1 1-1,1-1 1,-1 0-1,0 1 1,1-1-1,-1 0 1,0 0 0,0 0-1,0 0 1,-2 2-1,-5 5 90,-2 0-1,1 0 1,-1-1-1,-20 10 1,7-2-54,-66 50-510,97-81-3178,12-15 1501,-17 26 1645,25-38-1200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23 15203,'-6'-21'2352,"0"19"1850,-1 19-510,2 2-4204,0 12 625,2 0-1,1 1 1,1-1-1,1 1 0,2-1 1,12 62-1,59 181 407,-64-245-511,-2-5-82,12 36-444,-18-58 476,0 1-1,0 0 1,0 0-1,1-1 1,0 1-1,-1-1 1,1 1-1,0-1 0,0 0 1,0 0-1,0 0 1,0 0-1,1 0 1,-1 0-1,5 2 1,-5-4-58,0 1 1,0-1-1,0 0 1,0 0-1,0 0 1,0 0-1,0-1 0,0 1 1,0 0-1,0-1 1,0 1-1,0-1 1,0 0-1,-1 0 1,1 0-1,0 1 1,0-2-1,-1 1 1,1 0-1,-1 0 1,1 0-1,-1-1 1,3-2-1,30-38-1164,3-26 387,-29 51 981,0 0-1,1 1 1,1 1 0,1 0-1,14-17 1,-21 28 17,0 0-1,0 1 1,1-1 0,-1 1-1,1 0 1,-1 0 0,1 1-1,0 0 1,0 0 0,1 0-1,-1 0 1,0 1 0,0 0-1,1 0 1,-1 0 0,1 1-1,-1-1 1,1 1 0,-1 1-1,1-1 1,-1 1 0,7 1-1,137 24 205,-147-26-323,0 1 0,-1-1 0,1 1 0,0 0 0,-1 0 0,1 0 0,-1-1 0,1 2 0,-1-1 0,1 0 0,-1 0 0,0 0 0,0 1 0,0-1 0,1 0 0,-1 1 0,0-1 1,0 1-1,-1-1 0,1 1 0,0 0 0,-1-1 0,1 1 0,-1 0 0,1 0 0,-1-1 0,0 1 0,1 0 0,-1 0 0,0-1 0,0 1 0,-1 3 0,0 9 116,0 0 0,-2 0-1,-4 18 1,0-3 246,7-25-316,-1 1 0,0 0-1,1-1 1,0 1-1,0 0 1,0 0-1,1-1 1,0 6 0,0-10-43,-1 1 1,0 0 0,0-1 0,1 1 0,-1-1-1,0 1 1,0-1 0,1 0 0,-1 1 0,1-1-1,-1 1 1,0-1 0,1 0 0,-1 1 0,1-1-1,-1 0 1,1 1 0,-1-1 0,1 0 0,0 0-1,-1 1 1,1-1 0,-1 0 0,1 0 0,0 0-1,25-8 98,-14 1-63,-7 4-27,0 1 1,0-1 0,0 0-1,-1 0 1,1 0 0,-1-1-1,0 1 1,5-7 0,-8 9 16,-3-13-658,-1-3-108,-3-9 221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46 20164,'-3'-10'1009,"1"4"1175,2-1-2584,3-2-584,3 1-1145,3 2-1480,4 6 1553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7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1 318 6201,'36'-23'9045,"3"6"-3522,42-6-1702,-61 18-3622,-1 0 0,1-1 1,-1-1-1,0-1 0,26-15 1,-38 18-87,0 1 1,0 0-1,0 0 1,1 0-1,-1 1 1,1 1-1,0-1 1,0 1-1,0 0 1,0 1-1,10-1 1,-13 2-79,1 1 1,0 0-1,0 0 0,0 0 1,-1 1-1,1 0 0,0 0 1,-1 0-1,0 1 1,1 0-1,-1 0 0,0 0 1,0 0-1,-1 1 1,9 8-1,3 6 99,0 1 0,-2 1 0,0 0 0,-1 1 1,15 34-1,10 15 309,-50-96-1591,2 0 1,0-1-1,2-1 0,1 1 0,1-1 1,1 0-1,2-1 0,1 1 0,1-1 1,4-43-1,0 55 746,-2 13 1303,0-1 0,1 1 0,0-1 0,0 1 0,0 0 0,1-1 0,-1 1 0,1 1 0,4-5 0,1-2-2660,-1 1 762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23429,'8'25'1493,"-4"-17"-2153,0 0 0,0-1 0,0 1 0,10 12 0,-13-19 678,-1 0-1,1 1 1,-1-1 0,0 0-1,1 1 1,-1-1 0,0 0-1,0 1 1,0-1 0,0 1-1,0-1 1,0 0 0,-1 1-1,1-1 1,0 0 0,-1 1-1,1-1 1,-2 2 0,-13 31 842,8-21-320,-20 49 1025,-17 43 258,41-94-1699,-1 0-1,2 1 1,-1-1-1,2 1 0,-1-1 1,2 1-1,0 14 1,0-24-125,0-1 0,0 1 0,1-1 1,-1 1-1,0-1 0,1 0 0,-1 1 0,1-1 0,0 0 1,-1 0-1,1 1 0,0-1 0,0 0 0,0 0 0,-1 0 1,1 0-1,1 0 0,-1 0 0,0 0 0,0 0 0,0 0 1,3 1-1,-1-1-25,1 0 1,-1 0-1,1 0 1,0 0 0,0 0-1,-1-1 1,1 0-1,6 0 1,6-1-106,-1 0-1,1-2 1,16-4 0,-31 6 121,51-13-171,-30 7 310,0 1-1,0 1 1,0 1-1,32-2 1,-51 8-85,0 0 0,0 0 0,0 0 0,-1 0 1,1 0-1,-1 1 0,1-1 0,-1 1 0,0 0 1,1 0-1,-1 0 0,1 4 0,10 9-26,-5-8-19,-1 0 1,2-1-1,-1 0 1,1-1 0,0 1-1,0-2 1,1 0-1,0 0 1,0 0-1,0-1 1,0-1 0,1 0-1,0 0 1,-1-1-1,1 0 1,15 0-1,-18-2-9,0-1 0,0 0-1,0 0 1,0 0 0,0-1-1,0 0 1,0-1 0,-1 0-1,1 0 1,-1-1-1,0 0 1,0 0 0,0 0-1,0-1 1,-1 0 0,0 0-1,0-1 1,0 0 0,-1 0-1,0 0 1,0-1 0,7-11-1,-9 13 10,-1 0 0,1-1-1,-1 1 1,0 0 0,0-1-1,-1 0 1,0 1 0,0-1-1,0 0 1,-1 1 0,1-1 0,-1 0-1,-1 0 1,1 0 0,-1 1-1,0-1 1,0 0 0,-1 1-1,1-1 1,-2 1 0,1-1-1,0 1 1,-1 0 0,0 0 0,0 0-1,0 1 1,-1-1 0,0 1-1,1-1 1,-2 1 0,1 0-1,0 1 1,-1-1 0,0 1-1,0 0 1,0 0 0,0 0 0,0 1-1,0 0 1,-1 0 0,1 0-1,-1 0 1,0 1 0,1 0-1,-1 0 1,0 1 0,0 0-1,1 0 1,-1 0 0,0 1 0,-7 1-1,-4 1-15,-1 1-1,0 1 1,-21 9-1,31-11 13,1 0 0,-1 1-1,1 0 1,-1 0 0,1 1 0,0 0-1,1 0 1,-1 1 0,-7 8 0,13-13 7,0 0 0,1 0 0,-1 0 0,0 0 1,0 0-1,1 0 0,-1 0 0,0 0 0,1 1 1,-1-1-1,1 0 0,0 0 0,-1 0 0,1 1 1,0-1-1,0 0 0,0 0 0,0 0 0,0 1 1,0-1-1,0 0 0,0 2 0,1-2 4,-1 0-1,1-1 1,0 1-1,0 0 0,-1 0 1,1 0-1,0-1 1,0 1-1,0-1 1,0 1-1,0 0 1,0-1-1,0 0 0,0 1 1,0-1-1,0 1 1,0-1-1,0 0 1,2 0-1,5 1 13,0 0 0,0-1 0,0 0 0,0-1 1,11-2-1,1-3-12,0 0 0,0-2 1,0-1-1,-1 0 0,0-1 0,-1-1 1,29-23-1,-19 15 73,57-31 0,-75 45-32,1 1 0,-1 0 1,1 0-1,0 1 0,0 1 1,0 0-1,0 0 0,1 1 1,19 1-1,-22 1 6,-1 1 0,1-1 0,-1 2 0,1-1 0,-1 1 0,0 0-1,0 1 1,0 0 0,12 9 0,66 55 228,-33-23-107,-12-12-35,-23-18-58,38 25-1,-55-39-94,-1-1 0,0 0-1,0 0 1,0 1 0,1-1-1,-1 0 1,0 0 0,0 1-1,1-1 1,-1 0 0,0 0-1,0 0 1,1 0 0,-1 0-1,0 1 1,1-1 0,-1 0-1,0 0 1,0 0 0,1 0-1,-1 0 1,0 0 0,1 0-1,-1 0 1,0 0 0,1 0-1,-1 0 1,0 0 0,1 0-1,-1 0 1,0-1 0,0 1-1,1 0 1,-1 0 0,0 0-1,0 0 1,1 0 0,-1-1-1,0 1 1,0 0 0,1 0-1,-1 0 1,0-1 0,0 1-1,0 0 1,1 0 0,-1-1-1,0 1 1,0 0 0,0-1-1,0 1 1,1-1 0,-3-18-1386,1 14 1154,-6-25-657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305 508 4945,'-1'-3'1288,"-1"-1"1,0 0-1,1 1 1,-1-1-1,0 1 1,-1 0-1,1 0 0,-5-5 1,-28-15 3819,31 21-5031,-1 0 0,0 0 1,0 1-1,0 0 1,0 0-1,0 0 1,-1 1-1,1-1 1,0 1-1,0 1 1,0-1-1,-1 1 1,1-1-1,0 2 1,0-1-1,0 0 1,0 1-1,1 0 0,-1 0 1,0 1-1,1-1 1,-7 6-1,-2 4-60,1 1 0,1 0 0,0 1 0,1 0 0,0 1 0,1 0 0,1 1 0,0-1 0,2 2 0,-1-1-1,2 1 1,0 0 0,1 0 0,1 0 0,-2 34 0,5-50 6,0 1 0,0-1 0,0 0 0,0 0 0,0 0 1,0 1-1,0-1 0,1 0 0,-1 0 0,0 0 0,1 1 0,-1-1 0,1 0 0,-1 0 0,1 0 0,-1 0 0,1 0 0,0 0 0,0 0 1,-1 0-1,1 0 0,0 0 0,0 0 0,0-1 0,0 1 0,0 0 0,2 0 0,-1 0 15,0-1-1,1 0 0,-1 0 1,0 0-1,0 0 0,0 0 1,0-1-1,1 1 0,-1-1 1,0 1-1,0-1 1,0 0-1,0 0 0,2-1 1,7-5 40,-1 1 0,0-1 0,0-1 1,13-12-1,-7 1-155,0 0 0,-1-1 0,-2 0 0,0-1 0,-1-1 0,11-28 0,47-144-362,-63 170 447,9-38 27,-2-1-1,7-84 0,-17 111 37,2 14 149,-1 33-59,2 38 18,-6-47-173,8 86 115,26 164 78,-30-227-130,2-1 0,0-1 0,2 1 1,0-1-1,1-1 0,2 1 1,27 39-1,-34-55-63,0-1 1,1 1-1,-1-1 0,1 0 1,1-1-1,-1 1 0,1-2 0,0 1 1,0 0-1,0-1 0,0-1 1,1 1-1,0-1 0,0 0 1,0-1-1,0 0 0,0 0 1,0-1-1,0 0 0,1 0 1,-1-1-1,0 0 0,1-1 1,-1 1-1,0-2 0,0 1 1,0-1-1,1 0 0,-2-1 1,1 0-1,0 0 0,-1-1 1,1 0-1,-1 0 0,0-1 1,0 1-1,-1-2 0,1 1 1,-1-1-1,-1 0 0,1 0 1,8-13-1,-5 5-50,-1 0 0,0-1 0,-1 0 0,-1-1 0,0 1 0,-1-1 0,0 0 0,-2-1 0,0 1 0,1-26 0,-4 41 48,0 0 0,0 1 0,1-1 0,-2 0 0,1 0 0,0 0 0,0 0 0,0 0 0,0 0 0,0 0 0,-1 0 0,1 1 0,0-1 0,-1 0 0,1 0 0,-1 0 0,1 1 0,-1-1 0,1 0 0,-1 1 0,0-1 0,1 0 0,-1 1 0,0-1 0,1 1 0,-1-1 0,0 1 0,0-1 1,0 1-1,1-1 0,-2 1 0,-1 0 4,1-1 0,0 2 0,0-1 0,-1 0 0,1 0 0,0 1 1,0-1-1,0 1 0,-1 0 0,1 0 0,0 0 0,-2 1 1,-7 4 28,1 0 1,0 1 0,-16 15-1,15-10-10,-1 0 0,2 0 0,-1 1-1,2 1 1,0-1 0,-12 26 0,19-36-4,1 0 0,-1 1 0,1-1 0,-1 1 0,1-1 0,1 1-1,-1-1 1,0 1 0,1 0 0,-1-1 0,1 1 0,0 0 0,1-1 0,-1 1 0,0-1 0,1 1 0,0 0 0,0-1 0,0 1 0,0-1 0,1 0 0,-1 1 0,1-1 0,0 0-1,0 0 1,0 0 0,0 0 0,1 0 0,-1 0 0,1-1 0,0 1 0,0-1 0,-1 0 0,2 0 0,5 3 0,-3-2-7,0 0 1,0 0-1,1-1 1,-1 0-1,1 0 1,-1-1-1,1 0 1,0 0 0,0-1-1,-1 0 1,1 0-1,0 0 1,0-1-1,7-1 1,8-4 103,1 0 1,38-18-1,-47 17-88,0 1 1,0 1-1,1 0 0,-1 0 1,1 2-1,0 0 0,0 1 1,16-1-1,-25 4-523,0 0 0,-1 0 0,0 1 0,1-1 0,-1 1 0,0 0 0,0 1-1,9 4 1,2 4-1122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338 130 10546,'1'-3'475,"0"-1"0,-1 1 0,1 0 0,0-1 0,-1 1 0,0-1 0,0 1 0,0-1 0,0 1 0,-1-1 0,1 1 0,-1-1 0,0 1 0,0 0 0,0-1 0,0 1 0,-1 0 0,1 0 0,-1 0 0,-2-3 0,0 1-167,1 1 0,-1 0 1,-1 0-1,1 1 0,0-1 1,-1 1-1,0 0 1,0 0-1,0 0 0,0 1 1,-9-3-1,5 2-253,0 0 1,0 1-1,0 0 1,0 1-1,0 0 1,-1 0-1,1 1 0,0 0 1,0 1-1,-1 0 1,1 0-1,0 1 1,0 0-1,0 1 1,-12 4-1,11 0-60,0 0 1,1 0-1,-1 0 1,2 1-1,-1 1 0,-7 9 1,12-14 2,1 0 0,0 0 0,0 1 1,0-1-1,0 1 0,1-1 0,-1 1 0,1 0 1,1 0-1,-1 0 0,1 0 0,0 0 0,0 0 1,0 1-1,1-1 0,-1 6 0,2-10 2,-1 0 0,1 0 0,-1 0-1,1 1 1,-1-1 0,1 0 0,0 0 0,-1 0-1,1 0 1,0 0 0,0 0 0,0 0 0,0-1-1,0 1 1,0 0 0,0 0 0,0-1-1,0 1 1,0 0 0,0-1 0,0 1 0,1-1-1,-1 0 1,0 1 0,0-1 0,1 0 0,-1 0-1,0 0 1,0 0 0,3 0 0,48-3-16,-33 1 6,-7 1-1,1 2-1,0-1 1,0 1-1,-1 1 1,1 0-1,0 1 1,-1 0-1,0 1 1,0 1-1,0 0 1,0 0-1,-1 1 1,13 9-1,-12-6 12,1 2 1,-2-1-1,1 1 1,-2 1-1,1 0 1,-2 1-1,0 0 1,0 0-1,10 24 1,-6-8 22,-2 1 1,-1 0 0,-1 0 0,-2 1 0,-1 0 0,-2 1-1,-1 0 1,-1-1 0,-2 1 0,-4 35 0,3-54 244,-3 19-1847,6-30 119,5-21-172,3-16-1110,-2 0-1,6-63 1,-5-76-1695,-3 43 4746,9 2 4027,-15 127-4109,0 1 0,0 0 0,1 0 0,-1-1 0,0 1 0,0 0 0,1 0 0,-1 0-1,1-1 1,-1 1 0,1 0 0,-1 0 0,1 0 0,0 0 0,-1 0 0,1 0 0,0 0 0,0 0-1,0 0 1,0 1 0,0-1 0,0 0 0,0 0 0,2 0 0,-2 1-61,1 0 1,-1 0 0,1 0-1,-1 0 1,0 1-1,1-1 1,-1 0 0,0 1-1,1-1 1,-1 1-1,0 0 1,0-1 0,0 1-1,1 0 1,-1 0-1,0 0 1,0 0 0,1 1-1,5 6 233,1 0 0,-1 1 0,-1 0-1,7 12 1,-5-8-262,-1-1 0,2 1 0,0-1 0,0-1 0,1 0 0,0 0 0,1-1 0,0 0 0,1-1 0,12 8 0,-14-12-103,-1 0 0,0-1 0,1 0 0,0-1 1,0 0-1,0-1 0,0 0 0,0 0 0,0-1 0,1-1 0,-1 0 0,0 0 0,1-1 0,-1 0 0,14-3 0,-4-2-44,0-1-1,-1-1 1,0 0-1,-1-1 0,0-1 1,29-22-1,47-24-39,-89 54 55,0 0-1,0 0 1,1 1-1,-1 0 1,0 0-1,0 0 0,1 0 1,-1 1-1,0-1 1,1 2-1,-1-1 0,1 0 1,-1 1-1,7 2 1,4 2-14,0 1 0,-1 0 0,19 11 0,-22-10-1,0-1 0,0-1 0,0 0 0,1 0-1,18 3 1,-26-8 13,0 1-1,0-1 0,0 0 0,0 0 0,0-1 1,0 1-1,0-1 0,-1 0 0,1-1 0,0 1 1,0-1-1,-1 0 0,1 0 0,-1 0 1,0-1-1,1 0 0,-1 0 0,7-6 0,0-2-22,1 0-1,-1 0 1,13-20-1,-21 26 14,1 1 0,-1-1 0,0-1 0,-1 1 0,1 0 0,-1 0 0,0-1 0,0 0 0,-1 1 0,1-1 0,-1 0 0,0-8 0,-1 13 13,0 0-1,0 0 1,-1 0 0,1 1-1,0-1 1,0 0 0,-1 0-1,1 0 1,0 1 0,-1-1-1,1 0 1,-1 0 0,1 1 0,-1-1-1,0 1 1,1-1 0,-1 0-1,1 1 1,-1-1 0,0 1-1,1-1 1,-1 1 0,0 0-1,0-1 1,0 1 0,1 0-1,-1-1 1,0 1 0,0 0-1,0 0 1,0 0 0,1 0-1,-1 0 1,0 0 0,0 0-1,0 0 1,0 0 0,1 0-1,-1 0 1,0 0 0,0 1-1,0-1 1,1 0 0,-1 1-1,0-1 1,0 0 0,-1 2-1,-41 19 158,41-20-157,-11 7 28,0 0-1,0 1 0,1 0 0,0 1 0,0 0 0,-13 17 0,22-24-11,1 0 0,-1 1-1,1 0 1,0-1 0,0 1 0,0 0 0,0 0-1,1 0 1,0 0 0,-1 0 0,2 1 0,-1-1-1,0 0 1,1 0 0,0 1 0,0-1-1,0 0 1,0 1 0,1-1 0,0 0 0,0 0-1,0 1 1,0-1 0,0 0 0,1 0-1,0 0 1,4 6 0,-4-7-25,0 0 1,0 0-1,0-1 0,0 1 0,1-1 1,-1 1-1,1-1 0,0 0 1,-1 0-1,1 0 0,0 0 1,0-1-1,0 1 0,1-1 0,-1 0 1,0 0-1,0 0 0,1 0 1,-1 0-1,1-1 0,-1 1 1,1-1-1,-1 0 0,0 0 0,1 0 1,-1-1-1,1 1 0,-1-1 1,0 0-1,6-2 0,9-3-47,0-1-1,0-1 1,-1-1-1,20-13 1,-20 12 37,1-1 14,0 0-15,0 1 0,1 1 0,28-11 0,-42 18 28,-1 1 1,1 0 0,-1 0 0,1 0-1,0 0 1,-1 1 0,1 0 0,0 0-1,-1 0 1,1 0 0,0 1 0,-1 0-1,1 0 1,0 0 0,-1 0 0,1 1-1,-1 0 1,0 0 0,0 0 0,1 0-1,3 3 1,27 25 103,-22-18-32,0-1 1,0-1-1,1 0 1,0-1-1,20 10 1,-28-17-69,-1-1 1,0 1-1,0-1 1,1 0-1,-1 0 0,1 0 1,-1-1-1,1 0 0,-1 0 1,1 0-1,-1-1 1,1 0-1,-1 0 0,0 0 1,1-1-1,-1 1 0,0-1 1,0-1-1,0 1 1,8-6-1,17-13-25,-21 14-18,0 1-1,0-1 1,19-8-1,-25 14 22,0 0 1,-1 0-1,1 0 0,0 0 1,0 1-1,0 0 1,-1-1-1,1 1 0,0 0 1,0 0-1,0 0 0,-1 1 1,1-1-1,0 1 0,0-1 1,0 1-1,-1 0 0,1 0 1,-1 0-1,4 2 0,41 33 19,-39-28-24,0-1 0,1 0 0,0-1 0,18 10 0,-23-14-25,-1-1-1,0 0 1,1 0 0,-1 0-1,0-1 1,1 1-1,-1-1 1,1 0 0,-1 0-1,1 0 1,-1 0 0,1-1-1,-1 1 1,1-1 0,-1 0-1,0 0 1,1 0 0,-1 0-1,6-4 1,7-5-325,-1-1 0,-1 0 0,1-1-1,-2-1 1,23-26 0,-23 24 109,0 0-1,1 2 1,1-1-1,0 2 0,22-15 1,-33 25 231,0 0 1,0 0 0,-1 1-1,2-1 1,-1 1-1,0 0 1,0 0-1,0 1 1,0-1-1,1 1 1,-1 0-1,0 0 1,0 0 0,1 0-1,-1 1 1,0 0-1,0 0 1,0 0-1,0 0 1,0 1-1,0-1 1,0 1-1,0 0 1,-1 0 0,1 1-1,-1-1 1,1 1-1,-1 0 1,0 0-1,0 0 1,3 4-1,10 12 143,0 1-1,-2 1 1,0 0-1,13 30 1,-2-6 80,30 35-39,-49-73-211,0 0 0,0 0 1,1 0-1,0-1 1,0 0-1,1-1 0,0 0 1,8 5-1,-14-9-59,0 0 0,-1 0 0,1-1 0,0 1 0,0-1 0,-1 1 0,1-1 0,0 0 0,0 1 0,0-1 0,-1 0-1,1 0 1,0 0 0,0-1 0,0 1 0,0 0 0,-1-1 0,1 1 0,0-1 0,0 1 0,-1-1 0,3-1 0,8-15-877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26318,'9'80'272,"-2"5"-144,2 2-464,7 9-160,2 5 111,1 4-415,2-1-192,-2-15 312,-1-12 32,-8-28 160,-4-12-288,-9-22-1033,-6-8-1832,-7-20 1633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4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8282,'1'-8'671,"1"1"0,0 0 1,0-1-1,1 1 0,0 0 0,0 0 1,0 0-1,1 1 0,9-12 1,-11 16-442,1-1 1,0 1-1,-1 0 1,1 0-1,0 0 1,0 0-1,0 0 1,0 1-1,1 0 1,-1-1-1,0 1 1,1 0-1,-1 1 1,1-1-1,-1 1 1,0-1-1,1 1 1,-1 0-1,1 0 1,-1 0 0,1 1-1,-1-1 1,7 3-1,91 23 2618,60 13-2098,-141-37-564,0 2 0,0 0 0,0 2 0,34 13 0,-46-15-101,0 0-1,-1 1 1,1 0-1,-1 0 1,0 1-1,-1 0 1,1 0 0,-1 1-1,-1-1 1,1 1-1,-1 1 1,0-1-1,6 14 1,-1 2 17,-2 0 0,0 1-1,-2 0 1,0 0 0,2 27 0,-5-27-210,-9-31-1341,-9-18 873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22093,'3'17'1336,"-6"-5"2593,0-6-5193,3-3 607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2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28806,'-3'17'99,"-1"19"-113,4-35-95,0 1 0,0-1 0,1 0 0,-1 0 0,0 0 0,0 0 0,1 0 0,-1 0 1,1 0-1,-1 0 0,1 0 0,0 0 0,-1 0 0,1 0 0,0 0 0,-1 0 0,1 0 0,0-1 0,0 1 0,0 0 1,0-1-1,0 1 0,0 0 0,0-1 0,0 1 0,0-1 0,0 0 0,1 1 0,6 1-45,-1 1 0,0 0 0,-1 0-1,1 0 1,-1 1 0,1 0 0,-1 0 0,0 1 0,0 0-1,-1 0 1,0 0 0,5 7 0,-7-9 194,-1 0 0,0 0 0,0 0-1,0 0 1,0 1 0,0-1 0,-1 1 0,0-1 0,0 1 0,0-1 0,0 1 0,0 0 0,-1 0-1,1-1 1,-1 1 0,0 0 0,0 0 0,-1 0 0,1-1 0,-1 1 0,0 0 0,0-1 0,0 1-1,0 0 1,-4 6 0,-1-1 18,0 1-1,-1-1 1,0-1 0,-1 1-1,0-1 1,0 0-1,0-1 1,-1 0 0,0 0-1,-1-1 1,0-1-1,1 1 1,-2-1-1,1-1 1,-1 0 0,-19 5-1,-26 1-204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1113 5057,'11'38'1358,"-4"-19"1152,-1 1 0,-1 0 0,4 37 1,-9-56-2427,1-1 1,-1 0 0,0 1-1,0-1 1,0 1 0,0-1 0,0 0-1,0 1 1,0-1 0,0 1-1,0-1 1,0 0 0,0 1 0,0-1-1,0 1 1,0-1 0,0 1-1,0-1 1,0 0 0,0 1 0,-1-1-1,1 1 1,0-1 0,0 0 0,0 1-1,-1-1 1,1 0 0,0 1-1,0-1 1,-1 0 0,1 0 0,0 1-1,-1-1 1,0 1 0,-9-13 882,-9-29-760,9-10-47,2 1-1,-1-63 1,1 12 88,-11-62 537,-15-156 1209,30 243-1354,3-1 0,11-86-1,-9 154-569,10-54 268,-11 61-320,0 0-1,1 0 1,0 0 0,-1 0 0,1 0 0,0 0 0,0 0-1,0 0 1,0 0 0,0 0 0,0 1 0,1-1 0,-1 0 0,1 1-1,-1-1 1,1 1 0,0 0 0,-1-1 0,1 1 0,0 0-1,0 0 1,0 0 0,0 0 0,3-1 0,-3 3-13,0-1 0,0 0 0,0 1 0,0-1 0,0 1 0,0 0 0,-1-1 0,1 1 0,0 0 0,0 0-1,0 0 1,-1 0 0,1 1 0,-1-1 0,1 0 0,-1 1 0,1-1 0,-1 1 0,0-1 0,0 1 0,1 0 0,-1 0 0,-1-1 0,1 1 0,0 0 0,0 0 0,0 2 0,3 6-9,-1-1 1,0 1-1,0 0 1,0 11-1,-1-6 9,-1-1 1,-1 1-1,-1 0 0,0 0 0,-1 0 0,0 0 1,-1 0-1,-1-1 0,-1 1 0,0-1 0,0 0 1,-1-1-1,-1 1 0,-1-1 0,1-1 0,-2 1 1,0-1-1,-1-1 0,0 0 0,-15 14 0,10-14 65,20-17-95,26-22-110,-7 14 99,0 2-1,1 1 1,1 0 0,0 2 0,1 1 0,-1 2-1,53-7 1,-23 8 155,1 2 1,104 9-1,-203-1 570,32-3-681,1-1 0,0 1 0,-1-2 0,1 1 0,0-1 0,-1-1-1,1 1 1,-1-1 0,-12-4 0,21 5-10,1-1 0,-1 1 0,0-1 0,0 0 1,0 1-1,0-1 0,0 0 0,1 1 0,-1-1 0,0 0 0,1 0 0,-1 1 1,1-1-1,-1 0 0,0 0 0,1 0 0,0 0 0,-1 0 0,1 0 1,0 0-1,-1 0 0,1 0 0,0 0 0,0 0 0,0 0 0,0 0 0,0 0 1,0 0-1,0 0 0,0 0 0,1 0 0,-1 0 0,0 0 0,0 0 0,2-2 1,18-35-115,-13 26 110,1 1-1,1-1 1,-1 2-1,2-1 1,0 1-1,0 1 1,1 0-1,0 0 1,0 1-1,1 1 1,0 0-1,1 0 1,-1 1-1,1 1 1,0 0-1,1 1 1,-1 0-1,1 1 1,-1 1-1,1 0 1,0 1-1,0 0 1,0 1-1,19 2 1,49 11 88,-31-5-59,90 4 0,-140-12-26,-1 0 0,1 0 0,-1 0 0,0 0 0,1 1 0,-1-1 0,1 0 0,-1 0 0,1 0 1,-1 0-1,1 1 0,-1-1 0,0 0 0,1 0 0,-1 1 0,0-1 0,1 0 0,-1 1 0,0-1 0,1 0 1,-1 1-1,0-1 0,1 0 0,-1 1 0,0-1 0,0 1 0,0-1 0,1 1 0,-1-1 0,0 0 0,0 1 1,0-1-1,0 1 0,0-1 0,0 1 0,0-1 0,0 1 0,0-1 0,0 1 0,0-1 0,0 1 1,0-1-1,0 0 0,-1 1 0,1-1 0,0 1 0,0-1 0,0 1 0,-1-1 0,1 0 0,0 1 0,0-1 1,-1 1-1,1-1 0,0 0 0,-1 1 0,-20 29-48,18-26 50,0 1 5,-8 9-9,1 0 0,0 0 0,1 1 0,1 0 0,-11 28-1,18-39 11,0 0-1,0 0 1,1 0-1,-1 0 1,1 0-1,0 0 1,0 0-1,0 0 0,0 0 1,1 0-1,-1 0 1,1 0-1,0 0 1,1 0-1,-1-1 0,0 1 1,1 0-1,0-1 1,0 1-1,0-1 1,1 0-1,-1 1 0,1-1 1,-1 0-1,1-1 1,0 1-1,0 0 1,0-1-1,1 0 0,5 4 1,-5-3 7,0-1 0,0 1 0,0-1 0,0 0 1,1 0-1,-1-1 0,1 1 0,-1-1 0,1 0 0,0 0 0,-1-1 1,1 1-1,0-1 0,-1 0 0,1 0 0,0-1 0,-1 1 0,1-1 1,0 0-1,-1 0 0,1-1 0,-1 1 0,1-1 0,-1 0 0,0 0 1,0-1-1,0 1 0,0-1 0,0 0 0,-1 0 0,1 0 0,5-7 1,-2 2-6,0-1 1,-1 1-1,0-1 0,-1-1 1,0 1-1,0-1 1,-1 0-1,0 0 1,-1 0-1,0 0 1,-1-1-1,0 1 1,1-18-1,-3 16 13,0 0-1,-1 0 1,-1 0-1,0 1 0,-1-1 1,0 0-1,0 1 1,-1 0-1,-1-1 0,0 2 1,-6-12-1,7 17-135,0-1 0,0 1 0,0 0 0,-1 0 1,0 0-1,0 0 0,0 1 0,0 0 0,-7-4 0,7 6-294,1-1-1,-1 1 1,0 0 0,0 1 0,0-1 0,0 1-1,0 0 1,0 0 0,0 1 0,0 0 0,0 0-1,-1 0 1,-4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3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13787,'2'-6'347,"13"-31"1251,-14 35-1414,-1 1 1,0 0-1,1 0 0,-1 0 0,1 0 0,0 0 0,-1 0 1,1 0-1,0 0 0,0 0 0,-1 0 0,1 0 0,0 0 1,0 0-1,0 0 0,0 1 0,0-1 0,0 0 0,0 1 1,1-1-1,-1 1 0,0-1 0,2 0 0,-2 2-39,0 0-1,0 0 0,0 1 0,0-1 1,-1 0-1,1 0 0,0 0 1,-1 0-1,1 1 0,-1-1 1,0 0-1,1 1 0,-1-1 0,0 0 1,0 1-1,0-1 0,0 0 1,0 1-1,0-1 0,0 2 0,-1 35 589,1-34-536,0 4-123,-13 519 2370,12-481-2320,0-28-77,0 0-1,1 0 1,4 23-1,-3-39-41,-1-1-1,1 1 0,-1-1 0,1 1 0,0-1 0,0 0 0,0 1 0,0-1 0,0 0 0,0 0 1,0 1-1,0-1 0,1 0 0,-1 0 0,0 0 0,0 0 0,1-1 0,-1 1 0,1 0 0,-1-1 1,1 1-1,-1 0 0,1-1 0,0 0 0,-1 1 0,1-1 0,2 0 0,54 0 1,-34-1-3,69 16-1,-76-11-19,0 0 0,0-2 0,1 0 1,-1 0-1,22-2 0,-34-1 4,1 0 0,0 0 0,-1-1 0,1 1 0,-1-1 1,0 0-1,1-1 0,-1 1 0,0-1 0,0 0 0,-1 0 0,1-1 0,-1 0 1,1 1-1,-1-1 0,0-1 0,-1 1 0,1-1 0,-1 1 0,4-7 0,-2 1 29,-1 1 0,0-1 0,0 1 0,-1-1 0,0 0-1,-1 0 1,0-1 0,0 1 0,-1 0 0,-1-1 0,0 1-1,0 0 1,-1-1 0,0 1 0,-3-12 0,4 22-10,0-1 0,0 0 0,-1 1 1,1-1-1,0 1 0,0-1 0,0 1 0,0-1 1,-1 1-1,1-1 0,0 1 0,0 0 1,-1-1-1,1 1 0,0-1 0,-1 1 0,1 0 1,-1-1-1,1 1 0,0 0 0,-1-1 1,1 1-1,-1 0 0,1-1 0,-1 1 0,1 0 1,-1 0-1,1 0 0,-1 0 0,1-1 0,-1 1 1,1 0-1,-1 0 0,-17 10 40,-11 24-69,23-24 27,0 1 0,0 0 0,1 1 0,1-1 0,0 1 0,0 0 0,1 0 0,1 0 0,0 0 0,1 0 0,0 1 0,1-1 0,0 0 0,1 1 0,0-1 0,1 0 0,1 0 0,0 0 0,0 0 0,8 17 0,-9-26-18,-1 0-1,0 0 1,0 0 0,0 1-1,-1-1 1,1 0-1,-1 0 1,1 1 0,-1 4-1,-1-7-96,1 0-1,0 0 1,0 0-1,-1 0 1,1-1-1,-1 1 1,1 0-1,-1 0 1,1 0-1,-1 0 1,1-1-1,-1 1 1,0 0-1,0-1 1,1 1-1,-1 0 1,0-1-1,0 1 1,0-1-1,1 1 1,-1-1-1,0 1 1,0-1-1,0 0 1,0 0-1,0 1 1,0-1-1,0 0 1,0 0-1,0 0 1,0 0-1,0 0 1,0 0-1,-1 0 1,-13 0-1243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23 15387,'-4'-21'3323,"3"20"-3273,1 1 1,0 0-1,0 0 0,0 0 1,0 0-1,0 0 1,-1 0-1,1 0 0,0 0 1,0 0-1,0 0 1,0 0-1,-1 0 0,1 0 1,0 0-1,0 0 1,0 0-1,0 0 1,-1 0-1,1 0 0,0 0 1,0 0-1,0 0 1,0 0-1,-1 0 0,1 0 1,0 0-1,0 0 1,0 0-1,0 0 0,0 1 1,-1-1-1,1 0 1,0 0-1,0 0 0,0 0 1,0 0-1,0 0 1,0 1-1,0-1 1,-1 0-1,1 0 0,0 0 1,0 0-1,0 1 1,0-1-1,0 0 0,0 0 1,0 0-1,0 0 1,0 1-1,-1 3 56,-1 0 1,1 0-1,0 1 0,0-1 0,1 1 1,-1-1-1,1 0 0,0 6 0,9 61 18,2-1-1,39 126 1,-22-90-76,-9-35-10,40 178 13,-50-200 41,-3 1 1,-1 0-1,-3 52 1,-2-92-3,-1 0 0,-1 0 0,0-1 1,0 1-1,-1-1 0,0 0 0,-1 0 0,0 0 0,0 0 0,-6 9 0,8-16-51,1 0 0,0-1-1,-1 1 1,0 0-1,1 0 1,-1-1-1,0 1 1,0-1 0,0 1-1,0-1 1,0 0-1,0 0 1,0 0-1,0 0 1,-1 0 0,1 0-1,0-1 1,-4 1-1,3-1-15,0 0 0,0-1 0,0 1 0,0-1 0,0 0 0,1 0 0,-1 0 0,0-1 0,1 1 1,-1 0-1,1-1 0,-1 0 0,1 0 0,-1 0 0,1 0 0,0 0 0,0 0 0,-3-5 0,-4-5 52,0-1 0,1 1 0,1-2 0,0 1 0,0-1 0,2 0 0,0 0 0,0-1 0,-2-18 0,-1-12 213,-3-81-1,9 87-197,2 0-1,2 0 1,1 1-1,3-1 1,10-43-1,-13 69-81,1 0 0,0 1 0,1-1 0,0 1 0,1 0 0,0 1 0,0-1 0,2 1 0,-1 0 0,2 1 1,-1 0-1,1 0 0,1 1 0,0 0 0,0 1 0,0 0 0,1 0 0,24-11 0,-33 18-46,0 0-86,0 0-1,0 0 0,0 0 0,0 0 0,0 1 0,1-1 1,-1 1-1,0-1 0,0 1 0,0 0 0,1 0 1,-1 0-1,0 0 0,3 1 0,3 3-430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4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13835,'4'50'4044,"-3"-43"-3858,1 0 0,0 1-1,0-1 1,1 0 0,0 0-1,0 0 1,9 12 0,-10-16-185,0 0 1,1 0-1,0 1 1,0-2-1,0 1 1,0 0-1,0-1 0,1 1 1,-1-1-1,1 0 1,-1 0-1,1 0 1,0-1-1,0 1 1,0-1-1,0 0 0,0 0 1,0 0-1,0-1 1,0 1-1,0-1 1,0 0-1,0 0 1,1 0-1,-1-1 0,0 0 1,0 0-1,5-1 1,2-2 33,0-1 1,0 0-1,-1 0 0,1-1 1,-1 0-1,0-1 1,-1 0-1,0 0 0,0-1 1,0-1-1,-1 1 1,-1-1-1,1-1 1,-1 1-1,6-12 0,-6 9 174,-1-1 0,0 1-1,0-1 1,-1 0 0,-1 0-1,0-1 1,-1 1 0,0-1-1,-1 0 1,-1 0 0,0 1 0,-2-25-1,1 36-113,0-1 0,0 1 0,-1 0-1,1-1 1,-1 1 0,1-1 0,-1 1-1,0 0 1,0-1 0,0 1 0,0 0-1,0 0 1,0 0 0,-1 0 0,1 0 0,-1 0-1,1 0 1,-1 0 0,0 1 0,0-1-1,0 1 1,0-1 0,-3-1 0,3 3-28,0 0 0,0 0 0,-1 0 0,1 0 1,0 0-1,0 0 0,0 1 0,0-1 0,0 1 0,0-1 1,0 1-1,0 0 0,1 0 0,-1 0 0,0 0 0,0 0 0,1 0 1,-1 1-1,0-1 0,1 0 0,-1 1 0,1 0 0,0-1 1,0 1-1,-1 0 0,1-1 0,0 1 0,-1 2 0,-5 9 50,1 0 0,0 0-1,1 1 1,0 0 0,1 0-1,0 0 1,2 0 0,-1 1-1,2-1 1,-1 19 0,3-25-59,-1 1 0,1-1 0,0 0 0,0 1 0,1-1 0,0 0 0,1 0-1,6 13 1,-7-17-53,0 0-1,0 0 1,1-1-1,0 1 1,0-1-1,0 1 0,0-1 1,0 0-1,1 0 1,-1-1-1,1 1 1,0-1-1,0 1 1,0-1-1,0-1 0,8 4 1,-8-4-119,1 0-1,-1-1 1,0 1 0,1-1 0,-1 0 0,0 0 0,1 0-1,-1-1 1,0 0 0,1 1 0,-1-1 0,7-3 0,48-26-3964,-48 24 2950,27-15-1255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16380,'-4'3'538,"-73"64"5841,27-22-5609,-66 76 0,114-119-717,1-1-1,0 0 0,-1 1 1,1 0-1,0-1 0,0 1 0,0 0 1,0-1-1,0 1 0,0 0 1,1 0-1,-1 0 0,0-1 1,1 1-1,0 0 0,-1 0 1,1 0-1,0 0 0,0 0 0,0 0 1,0 0-1,1 0 0,-1 0 1,0 0-1,1 0 0,-1 0 1,1 0-1,0 0 0,1 3 1,3 0 47,-1 0 1,1 0-1,0 0 1,1 0 0,-1-1-1,13 7 1,-8-4-158,-2-1-83,1 0 0,-1-1 0,1 0 0,1 0 0,-1-1 0,1 0 0,0-1 0,0 0 0,0 0-1,0-1 1,0 0 0,0-1 0,1-1 0,-1 1 0,1-2 0,-1 1 0,0-1 0,0-1 0,1 0 0,-1 0 0,0-1 0,14-6 0,30-18-1008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7442,'-1'3'297,"0"1"1,0-1 0,0 1 0,1 0-1,-1-1 1,1 1 0,0 0 0,0-1 0,1 7-1,-1-6-239,-9 277 7772,2 79-3000,10-311-4358,-1 64 605,-2-104-978,-1 0-1,0-1 0,0 0 0,-1 1 0,0-1 0,-1 0 0,0 0 0,0 0 0,0 0 0,-6 9 1,8-16-88,0 0 1,0 0-1,0 1 1,0-1-1,0 0 1,0 0-1,0 0 1,0 0-1,0 0 1,0 0-1,-1 0 1,1 0-1,0-1 1,-1 1-1,1 0 1,0-1-1,-3 1 1,3-1-19,1 0 1,-1 0-1,0 0 1,0 0-1,0 0 1,1-1-1,-1 1 1,0 0-1,0 0 1,1-1-1,-1 1 1,0 0-1,0-1 1,1 1-1,-1-1 1,1 1-1,-1-1 1,0 1-1,1-1 1,-1 0-1,1 1 1,-1-1-1,1 0 1,-2-2-42,1 0 1,-1 0 0,1 0 0,0 0-1,0 0 1,0 0 0,1 0 0,-1 0-1,1 0 1,-1 0 0,1 0 0,0-1-1,0 1 1,1-4 0,1 0 28,0 1 0,1 0 0,0 0 1,0 0-1,0 1 0,0-1 0,1 1 0,0-1 0,0 1 1,1 0-1,-1 1 0,1-1 0,0 1 0,1 0 0,-1 0 0,0 1 1,1-1-1,8-2 0,16-8-73,0 2 0,50-13-1,-11 3 44,78-46 10,-72 30 99,-70 36 39,0 0-1,1 0 0,-1 0 1,1 1-1,-1 0 1,1 0-1,-1 0 0,1 1 1,-1 0-1,1 0 0,0 1 1,-1-1-1,1 1 1,-1 0-1,1 0 0,-1 1 1,1 0-1,-1 0 1,0 0-1,0 1 0,0-1 1,9 7-1,45 18 65,-58-27-168,-1 0 0,1 1-1,-1-1 1,1 0 0,-1 0 0,0 0 0,1 1-1,-1-1 1,1 0 0,-1 0 0,1 0-1,-1 0 1,1 0 0,-1 0 0,1 0 0,-1 0-1,1 0 1,-1 0 0,1 0 0,-1 0-1,1 0 1,-1-1 0,1 1 0,-1 0 0,1 0-1,-1-1 1,0 1 0,1 0 0,-1 0-1,1-1 1,-1 1 0,0 0 0,1-1 0,-1 1-1,1-1 1,-6-19-174,-28-29-66,28 42 224,-19-30 54,-30-66 1,-5-7 167,34 86-68,16 21 32,11 18 65,-1-12-198,1-1 0,0 1 1,0 0-1,1-1 0,-1 1 0,1-1 1,-1 1-1,1-1 0,-1 0 1,1 0-1,0-1 0,0 1 0,0 0 1,0-1-1,5 2 0,51 13 283,-43-14-271,0 0 0,0-1 0,-1-1 1,1 0-1,0-1 0,0-1 0,-1-1 1,1 0-1,26-9 0,-1-5-55,0-1-1,41-27 1,42-19-151,-117 61-193,-13 7-163,-15 5-569,3-1 621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3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28158,'5'6'504,"-1"3"-104,-1 0-888,0-6-448,-4 3 360,-14-30-16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223 584 2777,'1'0'410,"0"0"1,-1 0-1,1 0 1,0 0-1,0 0 1,-1-1-1,1 1 1,0 0-1,-1-1 1,1 1-1,0-1 1,-1 1-1,1 0 1,-1-1-1,1 1 1,0-1-1,-1 0 1,1 1-1,-1-1 1,0 1-1,1-1 1,0-1-1,7-22 5228,-3-25-947,-5 48-4554,0-21 82,-2-1 0,0 1 0,-1 0 0,-1 0 1,-2 0-1,0 0 0,-1 1 0,-1 0 0,-1 1 0,-12-22 1,20 40-208,0 0 0,0 1 0,0-1 0,0 0-1,0 1 1,-1-1 0,1 1 0,0-1 0,-1 1 0,1 0 0,-1 0 0,0-1 0,1 1 0,-1 0 0,0 0 0,0 1 0,0-1 0,0 0 0,0 1 0,0-1 0,0 1 0,0-1 0,0 1 0,0 0 0,0 0-1,0 0 1,0 0 0,0 0 0,0 1 0,0-1 0,0 0 0,0 1 0,1 0 0,-1-1 0,0 1 0,0 0 0,0 0 0,0 0 0,1 0 0,-1 0 0,1 1 0,-1-1 0,1 0 0,-3 3 0,-4 4-12,0 0 1,0 1 0,1 0 0,0 1 0,1-1 0,-8 15 0,5-3 13,1 0 1,1 0-1,1 0 0,1 1 1,1 0-1,1 0 1,0 0-1,2 0 0,1 0 1,0 0-1,2 0 1,6 32-1,-6-42 12,1-1 1,1 1-1,0 0 1,0-1-1,1 0 1,0 0-1,1 0 1,1-1-1,0 0 1,13 16-1,-13-20-6,-1 0 0,1-1 0,0 1 0,1-1-1,-1-1 1,1 1 0,0-1 0,0-1 0,0 0 0,0 0 0,1 0 0,-1-1-1,1 0 1,-1-1 0,1 0 0,11 0 0,-1-2-42,0 0 0,-1-2 0,1 0-1,-1-1 1,1-1 0,-1-1 0,0 0 0,-1-2 0,0 0 0,21-12-1,23-18-146,72-59 0,-115 83 156,19-13-10,-23 18 30,0-1-1,0-1 1,-1 0 0,16-18 0,-89 40 986,51-8-932,0 0-1,0 1 0,0 0 1,0 0-1,0 0 0,1 1 0,0 1 1,0 0-1,0 0 0,1 0 0,0 1 1,0 0-1,1 0 0,-1 1 1,2-1-1,-1 1 0,1 1 0,0-1 1,1 1-1,0 0 0,0 0 1,1 0-1,0 1 0,-1 12 0,2-16-54,1 0 0,0 1-1,0-1 1,1 1-1,0-1 1,0 1 0,0-1-1,1 1 1,2 10 0,-2-15-5,0-1 0,-1 1 0,1 0 0,0-1 1,0 1-1,0-1 0,1 1 0,-1-1 0,0 0 0,0 1 1,1-1-1,-1 0 0,1 0 0,-1 0 0,1 0 1,-1 0-1,1 0 0,0 0 0,-1 0 0,1-1 1,0 1-1,0-1 0,0 0 0,-1 1 0,1-1 1,0 0-1,0 0 0,0 0 0,0 0 0,0 0 1,-1 0-1,1-1 0,0 1 0,0-1 0,0 1 1,-1-1-1,1 0 0,2-1 0,14-5-17,0-1 0,-1-1 0,0 0 0,18-15 0,-24 16 14,0 0 0,1 1-1,-1 0 1,1 0 0,1 1 0,-1 1 0,1 0 0,0 1 0,0 1 0,20-4 0,-25 8 4,-1 0 0,1 0 0,-1 1 0,1 0 0,-1 0 0,1 1 0,-1 0 0,0 0 0,8 6 0,-5-4 34,0 0 1,0-1-1,21 7 1,41-1 78,1-2 0,0-3 0,109-8 0,-170 2-110,1 0-1,0 0 1,-1-1-1,1-1 1,-1 0 0,0-1-1,0 0 1,0-1 0,-1 0-1,0-1 1,0 0 0,0-1-1,12-10 1,-13 8-56,0-1 0,0-1-1,-1 0 1,-1 0 0,0 0 0,0-1 0,-1-1-1,-1 1 1,0-1 0,-1 0 0,6-22-1,-6 14 17,-1 0 0,0 0-1,-2-1 1,-1 1-1,0 0 1,-2-1-1,0 1 1,-2 0-1,0 0 1,-6-22-1,-6-9 182,-3 2-1,-42-89 0,60 138-136,0 0 1,0 0-1,-1 0 1,1 0 0,-1 0-1,1 0 1,-1-1-1,1 1 1,-1 0-1,0 1 1,1-1-1,-1 0 1,0 0 0,0 0-1,0 0 1,0 0-1,0 1 1,1-1-1,-2 0 1,1 1-1,0-1 1,0 1 0,0-1-1,-1 1 1,1 0-9,0 1 1,0 0 0,0 0-1,0-1 1,1 1 0,-1 0 0,0 0-1,1 0 1,-1 0 0,1 0-1,-1 0 1,1 0 0,-1 0-1,1 0 1,-1 0 0,1 0 0,0 1-1,0-1 1,0 1 0,-8 72-84,8-70 89,-2 23-3,2 1 0,1 0 0,1-1 0,1 1 0,1-1 0,2 0-1,1 0 1,1-1 0,1 0 0,1 0 0,1-1 0,2 0-1,0-1 1,2 0 0,0-1 0,25 28 0,-22-30-143,-5-6 174,1 1 1,0-2-1,25 21 1,-34-32-231,-1 0-1,0 0 1,1-1 0,-1 1-1,1-1 1,0 0 0,-1 0-1,1-1 1,0 1 0,0-1-1,0 0 1,1-1 0,-1 1-1,0-1 1,0 0 0,0 0-1,0 0 1,0-1 0,8-2-1,35-15-1076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170 521 10322,'-1'-2'511,"0"1"0,-1 0 1,1 0-1,-1-1 0,1 1 0,-1 0 0,1 0 0,-1 1 0,0-1 0,1 0 1,-1 0-1,0 1 0,1-1 0,-1 1 0,0-1 0,0 1 0,0 0 0,0 0 1,1 0-1,-1 0 0,0 0 0,0 0 0,-3 1 0,2 1-155,-1-1 0,0 1 0,1 0-1,-1 0 1,1 0 0,0 0 0,-1 1 0,1-1-1,0 1 1,-4 4 0,-4 7-125,1 0-1,0 1 0,0 0 1,-7 17-1,13-23-159,0 0 0,0 1 0,0-1 0,1 1 0,1 0 0,0-1 0,0 1 0,1 0 0,0 1-1,1-1 1,0 0 0,1 0 0,2 13 0,-2-17-51,1 0-1,0 0 1,0 0 0,0 0-1,1-1 1,0 1 0,0-1-1,1 0 1,0 1-1,-1-2 1,1 1 0,1 0-1,-1-1 1,1 0 0,0 0-1,0 0 1,0-1-1,0 0 1,1 0 0,-1 0-1,1 0 1,10 2 0,-10-3-39,1-1 0,-1 1 0,0-2 0,0 1 0,0-1 0,1 0 0,-1 0 0,0 0 0,0-1 0,1 0 0,-1-1 0,0 1 0,0-1 0,0 0 0,0-1 0,-1 1 0,1-1 0,7-6 0,10-6-126,-1-2 0,-1-1 1,21-21-1,14-12-1,-52 47 158,0 1-1,0 0 1,0 0 0,0 0-1,1 1 1,-1-1 0,1 1-1,0 0 1,8-2 0,-11 4-5,0 0 0,0 0 0,0 0 0,0 1 0,0-1 0,0 1 1,0-1-1,0 1 0,0 0 0,0-1 0,0 1 0,0 0 0,0 0 1,-1 1-1,1-1 0,0 0 0,-1 0 0,1 1 0,-1-1 0,1 1 1,-1 0-1,0-1 0,0 1 0,0 0 0,0 0 0,1 2 0,3 5 51,0 0-1,0-1 0,1 1 1,0-1-1,1 0 0,0-1 0,0 1 1,0-2-1,1 1 0,0-1 0,0 0 1,1 0-1,-1-1 0,1 0 1,1-1-1,-1 0 0,0 0 0,1-1 1,0-1-1,14 3 0,-7-2-51,0-2-1,0 0 0,0-1 1,0-1-1,0 0 1,0-1-1,-1-1 0,1-1 1,-1 0-1,1-1 0,16-8 1,-7 1-103,-1-1 0,0-2 0,-1 0 1,-1-2-1,38-34 0,-57 47 63,0 1-1,1 0 0,-1 0 1,1 0-1,-1 0 0,1 1 1,0-1-1,0 1 1,0 0-1,0 1 0,0-1 1,0 1-1,0 0 0,1 0 1,-1 1-1,0 0 0,1-1 1,-1 2-1,0-1 1,0 1-1,1 0 0,9 3 1,15 0-286,-21-4 142,-1-1-1,1 1 1,0-2 0,-1 1-1,0-1 1,1 0 0,-1-1-1,0 0 1,0 0 0,0-1-1,-1 0 1,1 0 0,-1-1-1,0 0 1,0 0 0,10-11-1,-2 2-339,0-1 0,-2 0 0,1-1-1,-2 0 1,21-36 0,-27 36 489,1 1 0,-2-1 0,0-1 1,-1 1-1,-1-1 0,0 1 1,-1-1-1,-1 0 0,-2-25 0,-2-9 1393,-19-92-1,20 134-1186,1-1 105,-1-1 0,-1 1 0,0 0 0,0 0 0,-1 0 0,0 0-1,-6-10 1,10 20-252,-1-1 0,1 1 0,0 0 0,-1-1 0,1 1 0,-1-1-1,1 1 1,0 0 0,-1-1 0,1 1 0,-1 0 0,1 0 0,-1-1-1,1 1 1,-1 0 0,1 0 0,-1 0 0,1 0 0,-1 0 0,0 0 0,1 0-1,-1-1 1,1 2 0,-1-1 0,1 0 0,-1 0 0,1 0 0,-1 0-1,0 0 1,1 0 0,-1 0 0,1 1 0,-1-1 0,1 0 0,-1 0-1,1 1 1,0-1 0,-1 0 0,1 1 0,-1-1 0,1 1 0,0-1 0,-1 0-1,1 1 1,0-1 0,-1 1 0,1-1 0,0 1 0,0-1 0,-1 2-1,-13 26 329,6 1-236,0 0 1,2 0-1,1 0 0,-2 60 1,14 120 322,-4-167-393,2-1-1,13 50 0,-16-80-47,1 0-1,1 0 0,0-1 0,0 1 0,1-1 0,0 0 1,0 0-1,1-1 0,1 0 0,0 0 0,0 0 1,1-1-1,11 10 0,-16-16-24,1 0 0,-1 0 1,1-1-1,-1 0 0,1 0 0,-1 0 0,1 0 1,0 0-1,-1-1 0,1 1 0,0-1 1,0 0-1,-1-1 0,1 1 0,0 0 0,0-1 1,-1 0-1,1 0 0,-1 0 0,1 0 0,-1-1 1,1 1-1,-1-1 0,0 0 0,0 0 1,5-4-1,10-7-156,0-1 1,-1-1-1,18-20 0,-18 17 69,15-15-71,-18 18 132,1 0-1,29-23 0,-44 38 50,1 0 1,-1-1-1,0 1 0,0 0 0,0 0 0,1 0 0,-1-1 0,0 1 0,0 0 1,1 0-1,-1 0 0,0 0 0,0 0 0,1 0 0,-1 0 0,0 0 0,0 0 1,1 0-1,-1 0 0,0 0 0,0 0 0,1 0 0,-1 0 0,0 0 0,0 0 1,1 0-1,-1 0 0,0 0 0,0 0 0,1 0 0,-1 0 0,0 0 1,0 0-1,1 1 0,-1-1 0,0 0 0,0 0 0,0 0 0,1 0 0,-1 1 1,0-1-1,0 0 0,0 0 0,0 1 0,1-1 0,-1 0 0,0 0 0,0 1 1,2 20 122,-9 27 89,6-45-200,-2 12 11,0 1 0,1-1 0,0 1 0,2 0 0,1 16 0,-1-28-21,0 0 0,1 0 0,0-1 0,0 1-1,0 0 1,0-1 0,1 1 0,-1-1 0,1 1 0,0-1 0,0 0-1,0 0 1,0 0 0,1 0 0,-1 0 0,1 0 0,0-1 0,0 1 0,0-1-1,0 0 1,0 0 0,0 0 0,1 0 0,-1 0 0,1-1 0,6 3-1,7 0 23,1 1-1,0-2 0,0 0 1,0-2-1,33 0 0,-46-1-20,-1 0-1,1-1 1,0 0 0,0 0-1,-1 0 1,1-1-1,-1 0 1,1 1 0,-1-2-1,0 1 1,8-5 0,-10 4-2,0 1 1,0 0 0,0 0 0,0-1 0,0 1-1,-1-1 1,1 0 0,-1 0 0,0 1-1,1-1 1,-1 0 0,-1 0 0,1 0 0,0 0-1,-1 0 1,1 0 0,-1 0 0,0 0 0,0 0-1,-1-5 1,1 0 16,-1 1 1,0-1-1,-1 0 0,0 1 0,0-1 1,0 1-1,-1-1 0,0 1 0,-1 0 0,0 0 1,0 1-1,0-1 0,-1 1 0,0 0 0,0 0 1,-7-6-1,3 5-12,-1 0 0,1 0 0,-1 1 0,0 1 0,-1-1 0,0 2 0,1-1 0,-2 2 0,1-1-1,-12-1 1,2 2-56,0 0-1,0 1 0,-1 2 0,1 0 0,0 1 0,0 1 1,0 1-1,0 1 0,1 0 0,-1 2 0,-31 13 1,44-15-137,0 0 1,1 0-1,-1 1 1,1 0 0,0 1-1,0 0 1,-8 9 0,14-15 91,0 1 1,1 0 0,-1-1 0,1 1 0,-1 0 0,1 0-1,-1 0 1,1 0 0,0-1 0,-1 1 0,1 0 0,0 0 0,0 0-1,-1 0 1,1 0 0,0 0 0,0 0 0,0 0 0,0 0 0,1 1-1,11 15-1151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1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166 159 20164,'-1'-1'52,"0"0"0,-1-1 0,1 1 0,-1 0 0,0 0 0,1 0 0,-1 1 0,0-1 0,1 0 0,-1 0 0,0 1 0,0-1 0,0 1 0,1 0 0,-1-1 0,0 1 0,0 0 0,0 0 0,0 0 0,0 1 0,0-1 0,1 0 0,-1 1 0,0-1 0,0 1 0,0-1 0,1 1 0,-1 0 0,0 0 0,1 0 0,-3 1 0,-5 4 16,0-1 1,0 2 0,1-1 0,-9 9-1,11-8-22,0-1 0,1 1 0,0 0 0,0 1 0,1-1 0,0 1 0,0 0 0,0 0 0,1 0 0,1 1-1,-1-1 1,-1 17 0,3-22-23,1 0 1,-1 0-1,1 0 0,0-1 0,0 1 0,0 0 0,1 0 1,-1 0-1,1 0 0,-1 0 0,1-1 0,0 1 0,0 0 1,0 0-1,0-1 0,1 1 0,-1-1 0,1 1 0,0-1 0,-1 0 1,1 0-1,0 0 0,0 0 0,1 0 0,-1 0 0,0 0 1,1 0-1,-1-1 0,1 0 0,-1 1 0,1-1 0,-1 0 1,1 0-1,0 0 0,0 0 0,0-1 0,-1 1 0,1-1 1,0 0-1,0 0 0,5 0 0,-1 0 6,0 0 0,0-1 0,0 0-1,1 0 1,-1-1 0,0 0 0,0 0 0,-1 0-1,1-1 1,0 0 0,-1 0 0,0-1 0,0 0-1,0 0 1,0 0 0,0-1 0,-1 0 0,0 0-1,0 0 1,0-1 0,-1 1 0,0-1 0,0 0 0,4-10-1,-4 9 14,0-1 0,-1-1 0,0 1 0,-1 0 0,0-1 0,0 0-1,-1 1 1,0-1 0,-1 0 0,0 1 0,0-1 0,0 0 0,-1 0 0,-1 1-1,0-1 1,0 1 0,0-1 0,-1 1 0,-7-14 0,4 12 28,0 0 0,0 0 0,-1 1 0,-1-1-1,0 2 1,0-1 0,-1 1 0,1 1 0,-11-8 0,16 13-181,0 0-1,0 1 1,0-1-1,0 0 1,0 1 0,0 0-1,0-1 1,0 1-1,0 1 1,-1-1-1,1 0 1,0 1-1,-1 0 1,1-1-1,-1 1 1,1 1 0,0-1-1,-1 0 1,1 1-1,0 0 1,0 0-1,-1 0 1,1 0-1,0 0 1,0 1 0,0-1-1,0 1 1,0 0-1,1 0 1,-1 0-1,0 0 1,1 0-1,-1 0 1,1 1-1,-2 3 1,-15 19-1279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561 158 19060,'-31'23'4893,"-34"11"-4635,23-12-73,-2 3-112,1 1-1,2 3 1,0 1 0,3 2-1,-65 68 1,88-83 48,8-8 45,0-1 0,-1 1 0,0-1 0,-1 0 0,1-1 0,-1 0 0,-1-1 1,1 0-1,-13 6 0,55-25 1551,-13 11-1707,1 1 0,0 1 0,0 0 0,0 2 0,23 4 0,104 30-30,-47-10 23,338 48 325,-438-73-316,0-1 0,0 0 0,-1 0-1,1 0 1,0 0 0,-1 0 0,1 0 0,0-1-1,-1 1 1,1 0 0,0 0 0,-1 0-1,1-1 1,0 1 0,-1 0 0,1-1 0,-1 1-1,1 0 1,-1-1 0,1 1 0,-1-1 0,1 1-1,-1-1 1,1 1 0,-1-1 0,1 1 0,-1-1-1,0 1 1,1-1 0,-1 0 0,0 1 0,1-1-1,-1 0 1,0 1 0,0-1 0,0 0 0,0 1-1,0-1 1,0 0 0,0 1 0,0-1 0,0 0-1,0 1 1,0-1 0,0 0 0,0 1 0,0-1-1,-1 0 1,1 1 0,-1-2 0,-14-41 57,12 36-48,-145-320-15,116 267-64,-3 1 0,-3 1 1,-55-64-1,91 118-571,10 19-2754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4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0 17844,'1'5'7225,"-6"7"-5364,-9 10-1962,14-22 400,-205 264 1199,-18 28-1389,172-213 325,63-87-397,6-5-1,1 1 0,0 1 1,27-11-1,-37 19-36,0 0 1,0 1 0,0 0-1,0 0 1,0 1 0,0 1-1,1-1 1,-1 1-1,0 1 1,0 0 0,13 3-1,151 47 5,-126-34 4,1-2 0,78 14 0,-92-25 3,0-1-1,63-3 1,-84-1 5,0 0 1,0-1-1,0-1 0,0 0 1,0 0-1,-1-2 0,1 1 1,-1-2-1,0 1 0,15-11 1,-25 15-15,-1 0 1,0 0 0,0-1 0,0 1 0,1 0-1,-1 0 1,0-1 0,-1 1 0,1 0-1,0-1 1,0 1 0,-1-1 0,1 1 0,0-1-1,-1 1 1,0-1 0,1 1 0,-1-1-1,0 0 1,0 1 0,0-1 0,0 0 0,0 1-1,0-1 1,0 1 0,-1-1 0,1 0-1,0 1 1,-1-1 0,0 1 0,1-1 0,-1 1-1,0-1 1,0 1 0,-1-3 0,-5-6-10,0 1 1,-1-1 0,-17-16-1,12 14 4,-12-20 6,0-1 0,2-1 0,2-1 0,-32-72 0,-29-48 63,70 136-61,-1 1 0,-1 1 0,0 0 0,-1 0 1,-31-25-1,43 39-16,2 2-1,-1 0 0,1 0 0,0 0 0,-1 0 0,1 0 0,-1 0 0,1 0 0,-1 0 1,0 1-1,1-1 0,-1 1 0,-3-1 0,5 1-75,20 19-1006,-12-10 195,0 0 0,-1 0 1,11 18-1,-4 2-201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13259,'-2'7'6673,"6"2"-4896,-1 12-353,0 2-96,-3 25-304,-3 5-159,-2 15-257,-1 7-136,-3-6-328,0-2-48,-3-9-224,0-8-376,-1-8 304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0:4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24405,'6'13'192,"-3"1"480,3-8-1384,0-3-360,-3-5-1465,7-2 1457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0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5985,'-8'-1'9883,"-7"2"-3135,14 0-6696,1 0 1,-1 0-1,0 1 0,0-1 0,1 0 0,-1 0 0,1 0 0,-1 1 0,1-1 0,-1 0 1,1 1-1,0-1 0,0 0 0,0 1 0,0-1 0,0 0 0,0 2 0,-6 106 1001,6 0 0,19 154-1,30 77-924,43 490 698,-86-490-601,12 258-62,-6-398 35,-22 325 0,-7-333 188,10 239 0,8-368-358,-1-32-12,0 0 1,2 0-1,2-1 1,0 1-1,16 50 1,0-48-2043,-17-48 1293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1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82 173 13787,'-5'-1'755,"0"1"0,0-1-1,0 0 1,0 0 0,0-1 0,1 1 0,-1-1 0,0 0-1,1-1 1,-1 1 0,1-1 0,0 0 0,-1 0 0,2 0-1,-1-1 1,-4-4 0,18 13-521,0 0-1,1 0 1,-1-1-1,1 0 1,0-1-1,0 0 1,20 1 0,-28-3-165,62 7 251,0-3-1,103-5 1,66 3 56,-61 17-288,89 7-27,-199-24-38,1-3-1,74-9 1,139-30 29,269-23 60,279 57 219,-433 8-259,-44-2-21,555-5 142,-322 2-58,80-2-72,-4-35 26,471-7 3,-690 39-58,1089 16 150,306 6-128,-1261-38-35,191 3 8,-46 37 8,-674-16-33,-6 0 25,0 1-1,43 8 0,5 1-26,-69-10-2,1 0 0,-1 1 0,0 1 0,0 1 0,0 0 0,0 1 0,-1 0 0,0 2 0,29 15 0,-34-15-9,1 1 1,-2 0-1,1 1 0,-1 0 1,0 1-1,-1 0 0,0 0 1,10 17-1,-9-8-8,0 0 1,-1 1-1,-1-1 0,7 33 0,4 43-1,9 153-1,-8-56 19,1-3 8,-7 286 0,-10-117 21,-5 126-18,-4-377-9,-76 675 27,39-529 7,-18 449 0,63-605-49,29 174 0,-13-141-185,-16-117 160,3 50-213,-5-61 259,0 0 0,0 0 0,0 1-1,0-1 1,0 0 0,-1 0 0,1 1 0,-1-1-1,0 0 1,1 0 0,-1 0 0,0 0-1,0 0 1,0 0 0,-1 0 0,1 0 0,0 0-1,-1 0 1,1-1 0,-1 1 0,-3 2-1,2-3 6,0 0-1,0 0 0,0-1 0,0 1 0,0-1 0,0 0 0,0 0 1,-6 0-1,9 0-12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1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10154,'7'-6'1082,"2"1"0,-1 0 1,0 0-1,1 1 0,0 0 0,0 1 0,17-5 0,-4 3 705,0 0 0,28-1 0,-19 6-990,1 1-1,-1 1 1,51 11 0,32 3 163,49-4-78,313-18-1,577-79-782,-350 31 70,-487 36-79,504-46 91,269-19 30,5 76 313,-458 59-445,6 0-66,522-44 21,24 1 20,-481 25-17,539 28 38,-1142-62-75,949 52 280,-10 60-125,-701-63-515,-220-48 553,-6-4-134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46.3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3 3377,'2'-3'248,"-5"5"-408,6 4 120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4.3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325 147 4033,'2'-5'1859,"-1"0"0,1 0-1,1 0 1,-1 0 0,1 0 0,-1 0 0,6-6 0,19-10 3101,-26 21-4900,-1 0 1,0 0 0,1 1-1,-1-1 1,0 0 0,1 1-1,-1-1 1,0 0 0,0 1-1,0-1 1,1 0 0,-1 1-1,0-1 1,0 1 0,0-1-1,0 0 1,0 1 0,0-1-1,1 1 1,-1-1 0,0 1-1,0-1 1,-1 0 0,1 1-1,0-1 1,0 1 0,0-1-1,0 1 1,0-1 0,0 0-1,0 1 1,-1-1 0,1 0-1,0 1 1,0-1 0,-1 1-1,-4 19 352,-27 41-101,-2-1 0,-56 72-1,-97 101-219,184-230-88,0 0 0,0 0-1,1 0 1,-1 1 0,1 0-1,0-1 1,0 1 0,0 0-1,1 0 1,-1 0 0,1 0-1,-2 8 1,4-10-2,-1 0 0,1 0 1,-1 0-1,1-1 0,0 1 1,-1 0-1,1 0 0,0-1 1,0 1-1,0 0 0,1-1 0,-1 1 1,0-1-1,1 0 0,-1 1 1,0-1-1,1 0 0,0 0 0,-1 0 1,1 0-1,0 0 0,-1 0 1,1 0-1,0 0 0,0-1 0,0 1 1,0-1-1,0 0 0,3 1 1,21 5 13,-1-2 1,1 0-1,0-2 0,32-1 1,110-12 2,-104 5-5,22 1 6,-40 4 14,1-3 0,-1-1 0,-1-2 0,56-17 0,-99 24-8,-1-1 0,1 1 0,-1-1 0,1 1 1,-1-1-1,1 0 0,-1 0 0,0 1 1,0-1-1,1 0 0,-1 0 0,0-1 0,0 1 1,0 0-1,0 0 0,0 0 0,0-1 0,0 1 1,-1 0-1,1-1 0,0 1 0,0-4 1,-1 3 5,1-1 0,-1 0 0,0 0 0,-1 1 0,1-1 0,0 0 1,-1 0-1,0 1 0,1-1 0,-1 1 0,0-1 0,-2-3 1,-6-10 61,-1 0 0,0 1 0,-19-20 1,11 13-76,12 13-8,-68-89 126,5-3-1,-60-118 0,111 177-325,15 32-691,14 28-779,5 14 560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6.3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264 427 6057,'2'-12'2217,"-2"0"1,1-1-1,-2 1 0,0 0 0,-3-19 0,-1-6-11,5 33-2095,-1-1-1,0 0 1,0 1 0,-1-1-1,1 1 1,-1-1 0,0 1-1,0 0 1,-1 0 0,1 0-1,-1 0 1,0 0 0,0 0-1,0 1 1,0 0 0,-1-1-1,1 1 1,-1 1 0,0-1-1,0 0 1,0 1 0,0 0-1,0 0 1,-1 0 0,-7-2-1,8 3-114,-1-1-1,1 1 0,0 1 0,-1-1 0,1 1 1,-1 0-1,1 0 0,0 0 0,-1 0 0,1 1 1,0 0-1,-1 0 0,1 0 0,0 0 0,0 1 1,0-1-1,0 1 0,0 0 0,0 1 1,0-1-1,1 1 0,-1-1 0,1 1 0,0 0 1,-1 0-1,1 0 0,-4 7 0,-1 3 2,0 0 0,1 1 0,1 0 0,0 1-1,0-1 1,2 1 0,0 0 0,0 0 0,2 0 0,0 1 0,0-1-1,2 1 1,1 20 0,-1-34 15,0 0 0,1 1 0,-1-1 0,1 0-1,0 0 1,-1 0 0,1 0 0,0 1 0,0-1 0,1-1-1,-1 1 1,0 0 0,1 0 0,-1 0 0,1-1 0,-1 1-1,1 0 1,0-1 0,-1 0 0,1 1 0,0-1 0,0 0-1,4 2 1,-2-3 19,0 1 0,0 0 0,0-1 0,0 0 0,0 1-1,0-2 1,0 1 0,0 0 0,0-1 0,0 0 0,0 0 0,5-2 0,3-1 22,0-1 1,0-1 0,-1 0 0,0-1 0,0 0 0,0 0 0,12-13-1,-12 9-35,-1-2 0,0 1 0,-1-2 0,-1 1-1,0-1 1,11-28 0,27-96 29,-29 80-32,-6 24 16,11-65-1,-21 129-13,1-1-1,8 41 0,-5-40 9,-2-8-1,1 1 1,1-1 0,1 0-1,1 0 1,1 0 0,1-1-1,1-1 1,17 28-1,-21-40-6,0 0-1,0-1 0,0 0 0,1 0 0,0 0 1,1-1-1,-1 0 0,1 0 0,0-1 1,1 0-1,-1 0 0,1-1 0,0 0 0,0 0 1,0-1-1,1-1 0,-1 0 0,1 0 0,-1 0 1,1-1-1,0-1 0,13 0 0,-8-2 14,-1 0 0,0-1 0,-1-1 0,1 0 0,0-1 0,-1 0-1,0-1 1,0-1 0,-1 0 0,0 0 0,0-1 0,11-10 0,-16 12-7,-1 0 1,1-1 0,-1 0 0,-1 0-1,1 0 1,-1 0 0,0-1 0,-1 0 0,4-8-1,-6 10-1,0 1-1,-1 0 0,0-1 0,1 1 1,-2-1-1,1 1 0,-1-1 1,0 1-1,0-1 0,0 1 0,-1-1 1,0 1-1,0-1 0,0 1 1,-4-8-1,5 11-11,-1-1-1,1 1 1,-1 0 0,0 0-1,0 0 1,0 0 0,0 0 0,0 0-1,0 0 1,0 0 0,-1 1-1,1-1 1,-1 0 0,1 1 0,-1-1-1,0 1 1,0 0 0,1-1 0,-1 1-1,0 0 1,0 0 0,0 0-1,0 0 1,0 1 0,-1-1 0,1 0-1,0 1 1,0 0 0,0-1-1,-1 1 1,1 0 0,0 0 0,0 0-1,-1 0 1,1 1 0,0-1-1,0 1 1,0-1 0,0 1 0,-5 2-1,1 0 14,0 0-1,1 1 1,-1 0-1,0 1 1,1-1-1,0 1 0,0 0 1,0 0-1,1 1 1,0-1-1,0 1 1,-4 7-1,5-7-9,0 1-1,0 1 1,0-1-1,1 0 1,0 1-1,0-1 1,0 1-1,1-1 1,1 1 0,-1 0-1,2 15 1,0-21-11,-1 1 0,1 0 0,0-1 0,0 1 0,0-1 0,0 0 0,0 1 0,0-1 1,1 0-1,-1 0 0,1 0 0,-1 1 0,1-2 0,0 1 0,0 0 0,0 0 0,0-1 0,0 1 0,0-1 0,1 1 1,-1-1-1,0 0 0,1 0 0,-1 0 0,1 0 0,-1 0 0,1-1 0,0 1 0,-1-1 0,1 0 0,-1 0 1,1 0-1,0 0 0,-1 0 0,1 0 0,0-1 0,4-1 0,47-8 21,-43 7-19,0 1 1,0 0-1,0 0 1,0 1 0,1 1-1,-1 0 1,0 0 0,0 1-1,19 4 1,7 7 26,-1 1 0,58 32 0,-59-27-15,2-1 1,56 18-1,-25-12 883,-39-8-548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7.2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289 86 4873,'0'-4'899,"0"0"0,0 0 1,0-1-1,-1 1 0,0 0 0,1 0 0,-2 0 0,1 0 0,0 1 1,-1-1-1,0 0 0,0 0 0,0 1 0,-3-5 0,3 6-694,-1 0 0,0 0-1,1 0 1,-1 0-1,0 0 1,0 0-1,0 1 1,0-1 0,0 1-1,0 0 1,-1 0-1,1 0 1,0 1-1,-1-1 1,1 1 0,0 0-1,-1 0 1,1 0-1,0 0 1,-1 0-1,1 1 1,0-1 0,-1 1-1,1 0 1,0 0-1,-4 2 1,-8 3-104,1 0 0,0 0 0,0 2-1,1 0 1,0 0 0,0 1 0,1 1 0,0 0 0,1 0 0,0 1 0,-16 22 0,25-31-87,1 0 0,0-1 1,0 1-1,0 0 0,0-1 0,0 1 1,0 0-1,0 0 0,0 0 0,1 0 1,-1 0-1,1 0 0,0 0 0,0 0 1,-1 0-1,1 0 0,0 0 1,1 0-1,-1 0 0,0 0 0,0 0 1,1 0-1,0 0 0,-1 0 0,1 0 1,0 0-1,0 0 0,0 0 1,0-1-1,0 1 0,0 0 0,0-1 1,1 1-1,-1-1 0,1 1 0,2 1 1,6 5 63,1 0 0,0-1 1,0-1-1,22 9 0,-16-7-41,23 11 29,-23-12-49,0 0-1,0 2 1,-1 0-1,0 1 0,0 0 1,25 22-1,-41-31-13,1 0-1,0 0 0,0-1 1,-1 1-1,1 0 0,0 0 1,-1 0-1,1 0 1,-1 0-1,1 0 0,-1 0 1,0 0-1,1 0 0,-1 0 1,0 0-1,0 0 0,1 0 1,-1 0-1,0 0 0,0 0 1,0 0-1,0 0 1,-1 0-1,1 0 0,0 0 1,0 0-1,-1 0 0,1 0 1,0 0-1,-2 2 0,0-1 6,0 0-1,0 1 0,0-1 0,0 0 0,-1 0 0,1-1 1,-1 1-1,0 0 0,1-1 0,-6 3 0,-7 1 19,1 0 0,0-1-1,-23 3 1,29-6-18,-8 2 15,0-1 0,-1-1 0,1-1 0,-20-1 0,84-15-42,-23 10 25,246-65 15,-235 58 4,0 0 1,-2-2 0,1-2 0,-2-1 0,41-30-1,-54 26 41,-20 22-64,0 0-1,0-1 1,0 1-1,0 0 1,1-1-1,-1 1 1,0 0-1,0-1 1,-1 1-1,1 0 1,0-1-1,0 1 0,0 0 1,0-1-1,0 1 1,0 0-1,0-1 1,0 1-1,-1 0 1,1-1-1,0 1 1,0 0-1,0 0 1,-1-1-1,1 1 1,0 0-1,0 0 0,-1-1 1,1 1-1,0 0 1,-1 0-1,1 0 1,0 0-1,0 0 1,-1-1-1,1 1 1,0 0-1,-1 0 1,0 0-1,-2 0-2,0-1-1,-1 1 1,1 0-1,0 0 1,-1 1 0,1-1-1,0 1 1,-1-1 0,1 1-1,0 0 1,0 0-1,-5 3 1,5-3 4,0 0 0,0 1 1,0-1-1,0 1 0,1 0 0,-1 0 0,0 0 1,1 0-1,-1 0 0,1 0 0,0 1 0,0-1 1,0 1-1,0 0 0,0 0 0,1-1 0,-1 1 1,1 0-1,0 0 0,-1 0 0,1 1 0,1-1 1,-1 0-1,0 0 0,1 1 0,0-1 1,0 0-1,0 0 0,0 4 0,2-1 19,-1 0 0,1-1-1,1 1 1,-1-1 0,1 1 0,0-1-1,0 0 1,0 0 0,1 0 0,0 0-1,0-1 1,0 0 0,0 0 0,1 0-1,6 5 1,-5-5-92,-1 0-1,1 0 0,0-1 1,1 0-1,-1 0 0,1 0 1,-1-1-1,1 0 1,0 0-1,0 0 0,0-1 1,0 0-1,0-1 0,0 1 1,0-1-1,0-1 1,0 1-1,0-1 0,0-1 1,0 1-1,0-1 0,11-5 1,17-11-552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7.4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23 18924,'-6'-4'4385,"7"1"-3633,8-2-896,4 1-168,8-1-1984,3 4 1415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7.7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1 21141,'-11'1'619,"-6"2"1982,17-1-1593,12 3-849,24 3 456,0 0-1,49 2 1,-48-6-537,1 1 0,48 13 0,-68-13-73,0 1 1,0 1-1,-1 0 1,0 1-1,-1 1 1,1 1-1,-2 0 1,19 16-1,-33-26-50,-1 1 0,1-1 0,-1 0 0,1 1 0,-1-1-1,1 1 1,-1-1 0,1 1 0,-1-1 0,1 1 0,-1 0-1,0-1 1,1 1 0,-1 0 0,0-1 0,0 1 0,1 0 0,-1-1-1,0 1 1,0 0 0,0-1 0,0 1 0,0 0 0,0-1 0,0 1-1,0 1 1,-15 1-473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7.9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24 22557,'-3'-7'1336,"1"1"705,2 3-1297,3 0-192,3 0-328,0 2-232,5 1-880,3 0-697,9 6 729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8.2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37 17668,'18'11'1036,"0"0"0,1-1-1,30 12 1,-43-20-753,1 0-1,-1 0 0,0 0 1,1 0-1,-1-1 0,1 0 1,0-1-1,-1 0 0,1 0 0,-1 0 1,1 0-1,0-1 0,-1 0 1,1-1-1,9-3 0,-14 4-239,-1 1 0,1-1 0,0 0 0,-1 0 0,1 0 0,-1 0 0,0 0 0,1 0-1,-1-1 1,0 1 0,1 0 0,-1-1 0,0 1 0,0-1 0,0 1 0,0-1 0,-1 0 0,1 1 0,0-1-1,-1 0 1,1 1 0,-1-1 0,1 0 0,-1 0 0,0 0 0,0 1 0,0-1 0,0 0 0,0 0 0,0 0-1,-1 1 1,1-1 0,0 0 0,-1 0 0,1 1 0,-1-1 0,0 0 0,0 1 0,0-1 0,1 1 0,-3-3-1,2 2-7,-1 0-1,1 0 0,-1 0 0,0 0 0,1 0 0,-1 1 1,0-1-1,0 0 0,0 1 0,0 0 0,-1-1 1,1 1-1,0 0 0,0 0 0,-1 0 0,1 0 0,-1 1 1,1-1-1,-1 1 0,1-1 0,-1 1 0,1 0 0,-1 0 1,1 0-1,-1 0 0,1 1 0,-1-1 0,1 1 0,-5 1 1,0 1-1,0 1 0,1 0 0,-1 0 0,1 1 0,0 0 0,0 0 0,0 0 0,1 1 0,0 0 0,0 0 0,1 0 0,-1 1 0,1-1 1,1 1-1,-1 0 0,1 0 0,0 1 0,1-1 0,0 1 0,0-1 0,0 1 0,1-1 0,0 1 0,1 11 0,0-11-33,0 0-1,0 0 0,1 0 1,0 0-1,0 0 0,1 0 1,0 0-1,1 0 0,0-1 1,0 1-1,0-1 1,1 0-1,0 0 0,1 0 1,-1-1-1,1 1 0,1-1 1,-1 0-1,1-1 0,0 1 1,0-1-1,0 0 0,12 6 1,-7-6-31,0-1 0,0 1 0,1-2 0,0 1 0,-1-2 0,1 0 0,14 1 0,8-1 272,46-5 0,27-8-15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9.2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 5 17108,'0'0'47,"0"-1"1,0 1-1,-1 0 0,1 0 1,0-1-1,0 1 1,0 0-1,-1 0 1,1-1-1,0 1 0,0 0 1,-1 0-1,1 0 1,0 0-1,-1-1 1,1 1-1,0 0 1,-1 0-1,1 0 0,0 0 1,0 0-1,-1 0 1,1 0-1,0 0 1,-1 0-1,1 0 0,0 0 1,-1 0-1,1 0 1,0 0-1,-1 0 1,1 0-1,0 0 0,-1 0 1,1 0-1,0 0 1,-1 1-1,1-1 1,-1 0-1,-7 17 1415,-1 29 326,8-42-1654,-8 106 1575,5 1 0,14 155 1,-10-256-1640,0 9 96,1 0 0,1 0 0,1 0 0,0 0 0,1 0 0,1-1-1,11 25 1,-15-41-156,0 1 0,0-1 0,1 0 0,-1-1 0,1 1 0,-1 0 0,1 0 0,0-1 0,0 1 0,-1-1 0,1 1 0,0-1 0,1 0 0,-1 0 0,0 0 0,0 0 0,0 0 0,1 0 0,-1-1 0,0 1 0,1-1 0,-1 1 0,1-1 0,-1 0 0,0 0 0,1 0 0,-1 0 0,1-1 0,-1 1 0,0-1 0,1 1 0,-1-1 0,4-1 0,8-4-3,0-1 1,0 0-1,0-1 1,15-11-1,-4 3-6,-5 4-9,1 1 1,0 1 0,1 0 0,1 2 0,34-9 0,-46 15 9,0 0 1,0 1-1,0 0 0,0 1 1,0 1-1,0-1 0,0 2 0,0-1 1,0 1-1,-1 1 0,1 0 1,-1 1-1,0 0 0,13 7 1,41 27 325,84 68 0,-129-92-250,-32-59-2650,2 11 1476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9.3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 16059,'-9'4'2513,"2"3"1896,4 1-3145,3-1-256,1-1-519,2 2-153,7-4-384,4-1-729,14-1 529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39.7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150 1 22237,'-134'106'5300,"133"-106"-5296,0 0 0,0 1 0,1-1 0,-1 0 1,0 1-1,0-1 0,0 1 0,1-1 1,-1 1-1,0 0 0,0-1 0,1 1 0,-1 0 1,1-1-1,-1 1 0,1 0 0,-1 0 1,1-1-1,-1 1 0,1 0 0,-1 0 0,1 0 1,0 0-1,0-1 0,-1 1 0,1 0 1,0 0-1,0 0 0,0 0 0,0 0 0,0 0 1,0 0-1,0 0 0,1 0 0,-1-1 1,0 1-1,0 0 0,1 0 0,-1 0 0,0 0 1,1 0-1,-1-1 0,1 1 0,-1 0 1,1 0-1,-1-1 0,1 1 0,0 0 0,-1-1 1,1 1-1,0-1 0,1 1 0,5 4 19,1 0-1,0-1 1,1-1 0,13 5-1,-5-1-12,12 5-3,-1 1 1,0 1-1,-2 2 0,1 1 0,41 35 0,-67-51-4,1 1-1,0-1 1,-1 1 0,1-1 0,-1 1-1,0-1 1,1 1 0,-1 0 0,0 0-1,0 0 1,0-1 0,0 1 0,-1 0-1,1 0 1,0 0 0,-1 1 0,1-1-1,-1 0 1,0 0 0,0 0 0,0 0-1,0 0 1,0 4 0,-1-4 5,-1 1 1,1-1-1,0 1 0,-1-1 1,0 0-1,1 0 0,-1 0 1,0 0-1,0 0 1,0 0-1,0 0 0,-1 0 1,1-1-1,0 1 1,-4 1-1,-7 2 19,1 1 1,-1-2-1,0 0 1,0 0-1,0-1 1,-17 1-1,21-3-392,0-1 0,0 0 0,-1-1 0,1 0-1,0 0 1,0-1 0,0 0 0,-17-7 0,23 8 187,0 0 1,0 0-1,0-1 1,0 1-1,1-1 1,-1 0-1,1 0 1,-1 0-1,1 0 1,-1 0-1,1-1 0,0 1 1,0-1-1,0 1 1,1-1-1,-1 0 1,0 0-1,1 1 1,0-1-1,0 0 0,0 0 1,0-1-1,0 1 1,1 0-1,-1 0 1,1 0-1,0 0 1,0-1-1,0-3 1,11-27-2933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40.3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1 20172,'0'0'164,"1"1"-1,0 0 1,0-1-1,0 1 1,-1 0-1,1 0 1,0 0-1,-1 0 1,1 0-1,-1 0 1,1 0-1,-1 0 1,1 0-1,-1 0 1,0 0-1,1 0 1,-1 0-1,0 0 1,0 0-1,0 0 1,0 0-1,0 1 1,0-1-1,0 0 1,0 0-1,-1 0 1,1 0-1,-1 1 1,1 3 149,-16 178 1952,1-6-2095,17-69-195,30 204 0,-23-254-116,-9-44-45,4 13-448,1-23-348,6-13-790,9-19-172,4-6 87,1 1 1,36-36 0,-54 62 2105,1 0 0,0 0 0,0 0 0,0 1 0,1 1 1,0-1-1,0 2 0,0-1 0,0 1 0,1 0 0,0 1 0,0 0 0,0 1 0,15-2 0,-18 3 119,0 1-1,0 1 1,0-1 0,-1 1-1,1 1 1,0-1-1,0 1 1,-1 0-1,1 1 1,8 3-1,-13-5-301,0 1 0,0-1-1,1 0 1,-1 1 0,-1-1-1,1 1 1,0 0 0,0 0-1,-1 0 1,1-1 0,-1 2-1,1-1 1,-1 0 0,0 0-1,0 0 1,0 0 0,0 1-1,0-1 1,0 1 0,-1-1-1,1 0 1,-1 1 0,0-1-1,1 1 1,-1-1 0,0 1-1,-1-1 1,1 1 0,0-1-1,-2 5 1,0 0-22,0-1 1,1 1-1,0 0 1,0 0-1,1 0 0,-1 0 1,1 0-1,1 0 1,0 0-1,0 0 1,0 0-1,1 0 0,-1-1 1,4 8-1,-2-9-52,0 1-1,1-1 0,-1-1 1,1 1-1,0 0 1,0-1-1,1 0 0,-1 0 1,1 0-1,0 0 1,0-1-1,0 0 0,0 0 1,1 0-1,-1-1 1,11 3-1,-10-2 6,0-1 0,1-1-1,-1 1 1,0-1 0,1-1 0,-1 1-1,1-1 1,-1 0 0,1 0 0,-1-1-1,1 0 1,-1 0 0,1 0 0,-1-1-1,0 0 1,0 0 0,0-1 0,0 0-1,0 0 1,0 0 0,8-8 0,-10 8 21,0-1 1,-1 0-1,0 1 1,0-1-1,0-1 1,0 1-1,-1 0 1,1-1 0,-1 0-1,0 1 1,-1-1-1,1 0 1,-1 0-1,0 0 1,0 0 0,-1 0-1,1 0 1,-1 0-1,0 0 1,0 0-1,-1 0 1,0 0-1,0 0 1,0 0 0,0 0-1,-1 0 1,1 1-1,-5-9 1,0 2 48,-1 0 0,1 1 0,-2-1-1,1 2 1,-1-1 0,-1 1 0,0 0 0,0 0 0,-1 1 0,0 1 0,0 0 0,-1 0 0,-16-7 0,11 6-104,-1 0 1,-1 2 0,1 0 0,-1 1-1,0 0 1,0 2 0,0 0 0,-28 0 0,23 5 398,12 6-219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40.5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57 20244,'-18'0'6242,"24"0"-5554,6-3-152,10-4-304,5-4-32,4-1-200,3 1-128,0 3-648,5 4-1049,-2 13 1073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41.1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3 463 18428,'-1'-6'300,"0"-1"0,0 0-1,1 1 1,0-1 0,1 0 0,-1 1-1,1-1 1,1 0 0,-1 1 0,1-1 0,0 1-1,1 0 1,-1-1 0,1 1 0,1 1 0,-1-1-1,1 0 1,0 1 0,0-1 0,0 1 0,1 1-1,6-6 1,-3 4-166,0 0 0,1 1-1,-1 0 1,1 1 0,0 0 0,1 0 0,-1 1-1,1 0 1,0 0 0,0 1 0,-1 1 0,1 0-1,0 0 1,15 1 0,-3 2-56,-1 1-1,1 0 1,-1 2 0,1 0 0,-1 2 0,-1 0-1,0 1 1,30 17 0,-17-6 135,0 1 0,-2 3-1,-1 0 1,30 29 0,-50-40-122,0 0 1,-1 1-1,0 0 0,-1 0 0,10 25 1,-17-38-106,-10-25-862,1-1 1,1-1 0,2 1 0,1-1 0,1 0 0,0-40-1,-4-27-556,-14-45 1431,-3 48 4485,24 86-2524,6-1-4422,-3 5 1553,11-10-771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41.8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292 0 19004,'0'0'22,"2"1"70,-1-1-1,1 1 0,-1-1 1,1 1-1,-1 0 1,1-1-1,-1 1 1,0 0-1,1 0 1,-1 0-1,0 0 0,0 0 1,1 1-1,-1-1 1,0 0-1,0 0 1,-1 1-1,1-1 0,0 1 1,0-1-1,-1 1 1,1-1-1,0 3 1,-1-5 36,-1 0 1,0 0 0,1 0-1,-1 0 1,0 1 0,1-1-1,-1 0 1,0 1 0,0-1-1,0 0 1,0 1 0,0-1-1,1 1 1,-1-1 0,0 1-1,0-1 1,0 1 0,0 0-1,0 0 1,-1-1 0,1 1-1,0 0 1,0 0 0,0 0-1,0 0 1,0 0 0,0 0-1,0 1 1,0-1 0,0 0-1,0 0 1,0 1 0,-1 0-1,-42 8 3691,22-1-3824,1 1 0,0 0 0,0 2 0,1 0 0,-24 18 0,36-23 3,0 0 0,1 0 0,0 0 0,0 1 0,1 0 0,-1 1 0,2 0 0,-1-1 0,1 2 0,0-1 0,1 1 0,0-1 0,0 1 0,1 0 0,-3 14 0,5-20 2,0 1 0,1-1 0,0 0 0,0 1 0,0-1 0,0 1 0,0-1 0,1 1 0,0-1 0,-1 0 0,1 1 1,1-1-1,-1 0 0,0 0 0,1 0 0,-1 0 0,1 0 0,0 0 0,4 5 0,-2-4 2,1-1 0,-1 1 0,1-1 0,0 0 0,0 0 0,0 0 0,1 0 0,-1-1 0,0 0 0,11 2 0,7 1-14,0-2 0,1 0-1,-1-2 1,40-2 0,406-56-406,-384 44 439,-51 9-11,-20 3 7,1-1 0,-1 0-1,0-1 1,0-1 0,0 0-1,0-1 1,16-8 0,-29 13-9,-1 0 1,1 0 0,-1 0-1,1-1 1,-1 1-1,1 0 1,-1-1 0,1 1-1,-1 0 1,1-1-1,-1 1 1,0-1 0,1 1-1,-1-1 1,0 1-1,1 0 1,-1-1-1,0 0 1,1 1 0,-1-1-1,0 1 1,0-1-1,0 1 1,0-1 0,0 1-1,1-1 1,-1 0-1,0 1 1,0-1 0,0 1-1,-1-1 1,1 1-1,0-1 1,0 0-1,-18-15 236,-32-3 49,18 11-208,-1 1 1,1 2-1,-52-3 0,72 7-84,0 1 0,0 1 0,-1 0 0,1 0 0,1 1 0,-1 1 1,0 0-1,0 1 0,1 0 0,0 0 0,0 1 0,0 1 0,-11 7 0,20-12 2,1 0-1,0 0 1,-1 0-1,1 0 1,0 0 0,0 0-1,-1 0 1,1 0-1,0 0 1,0 1-1,0-1 1,0 0-1,1 1 1,-1-1-1,0 1 1,1-1-1,-1 1 1,0-1-1,1 1 1,0 0-1,-1-1 1,1 1-1,0 0 1,0-1-1,0 1 1,0-1-1,1 4 1,0-3 3,0 1 0,1-1 0,0 1 0,-1-1 0,1 1 0,0-1 0,0 0 0,0 0 0,1 0 0,-1 0 0,0 0 0,1-1 0,-1 1 0,4 0 0,11 7 22,1-1 0,0-1 0,28 7 0,38 8 32,199 57 373,-262-72-439,0-1 1,0 0-1,1-2 1,0-1-1,-1-1 1,43 0-1,-33-7 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2.1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8 322 3193,'-7'-3'13585,"7"2"-13385,16-8 3692,29-6-3289,3 11 332,82 2 0,9 0 181,53-12-500,752-17 1970,-928 32-2517,-10-2-45,-1 1-1,1 0 1,-1 1 0,1-1-1,-1 1 1,1 0 0,-1 0-1,0 1 1,0 0 0,0 0-1,6 2 1,-13-2-14,0-1 0,1 1 0,-1-1 0,0 0 0,0 1 0,0-1 0,0 0 0,0 0 0,0-1 1,0 1-1,0 0 0,-5 0 0,-1 0-158,-1-1 1,0 0 0,1-1 0,-1 0-1,0 0 1,1 0 0,-1-1 0,1-1-1,-16-6 1,9 3-99,0-1-1,0-1 0,1-1 0,-17-12 1,9 3 110,1 0 0,1-1 0,1-1 0,1-1 0,0-1 0,-16-28 0,34 50 145,-1-1 1,1 1 0,0-1 0,0 1 0,0-1-1,-1 1 1,1-1 0,0 1 0,0-1-1,0 1 1,0-1 0,0 1 0,0-1 0,0 1-1,0-1 1,0 1 0,0-1 0,1 1 0,-1-1-1,0 1 1,0 0 0,0-1 0,0 1 0,1-1-1,-1 1 1,0-1 0,1 1 0,-1 0-1,0-1 1,1 1 0,-1 0 0,1-1 0,20-9 198,25 2 61,-30 8-216,0 0-1,0 1 1,0 1 0,0 0 0,0 1 0,0 1 0,-1 1 0,1 0-1,-1 0 1,-1 2 0,21 11 0,-26-13-7,0 1 0,0 0 0,-1 1 0,1-1 1,-2 2-1,1-1 0,-1 1 0,0 0 0,0 0 0,-1 1 1,-1 0-1,1 0 0,-1 1 0,-1-1 0,0 1 0,0 0 0,-1 0 1,3 15-1,-5-22-25,-1 1 0,0 0 1,0-1-1,0 1 0,0 0 0,0-1 1,-1 1-1,0 0 0,1-1 1,-1 1-1,-1-1 0,1 1 1,0-1-1,-1 0 0,0 1 0,0-1 1,0 0-1,-4 5 0,1-3-4,0-1-1,0 1 0,-1-1 1,1 0-1,-1 0 0,0 0 1,-1-1-1,1 0 1,-9 3-1,-1-1-48,0-1 0,-1 0-1,1-1 1,-1-1 0,1 0 0,-1-1 0,-25-3-1,33 1-4,1-1-1,-1 0 1,1-1-1,0 0 1,0 0-1,0 0 1,0-1-1,1-1 1,0 1-1,0-1 1,0 0-1,0-1 1,1 0-1,-1 0 0,2 0 1,-1-1-1,1 0 1,0 0-1,0 0 1,1 0-1,0-1 1,0 0-1,1 0 1,0 0-1,0 0 1,1 0-1,0-1 1,0 1-1,1-1 0,0 0 1,1 1-1,0-1 1,0 1-1,2-12 1,-2 20 33,0-1 1,0 1-1,0-1 1,0 1-1,0-1 1,0 1-1,1-1 1,-1 1-1,0-1 1,0 1-1,0-1 1,0 1-1,1-1 1,-1 1 0,0-1-1,0 1 1,1 0-1,-1-1 1,0 1-1,1-1 1,-1 1-1,0 0 1,1-1-1,-1 1 1,1 0-1,-1 0 1,1-1-1,-1 1 1,0 0-1,1 0 1,0-1-1,13 10-67,10 24 35,-23-32 39,7 13 4,14 23 32,2 0 0,2-1 0,44 49 0,-41-56-296,-1 0 121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4.0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64 233 7738,'-2'-2'180,"-32"-20"4054,9 13 1518,25 10-5593,-1 0 0,1 0-1,0 0 1,-1 0 0,1 0 0,0 0 0,0-1 0,-1 1 0,1 0 0,0 0 0,0 0-1,0 0 1,0 0 0,0 0 0,0 0 0,1 0 0,-1 0 0,0 0 0,0 0-1,1 0 1,-1 0 0,1 0 0,0 1 0,8 27 365,6 11 79,72 166 1121,-82-195-1629,2 0 0,-1 0 0,2 0 0,-1-1 0,2 0 0,-1-1 1,19 16-1,-24-22-84,1 0 1,0 0-1,-1-1 1,1 1-1,0-1 1,0 0 0,0 0-1,0-1 1,1 1-1,-1-1 1,0 0-1,1 0 1,-1 0 0,1-1-1,-1 1 1,1-1-1,-1 0 1,1 0-1,-1-1 1,1 0 0,-1 1-1,0-1 1,1-1-1,-1 1 1,5-3-1,10-8 11,0 0 0,0-2 0,-1 0 1,-1-1-1,-1-1 0,23-27 0,15-14 6,-52 55-29,0-1 0,1 1 0,-1 0 0,1 0 0,0 0 1,0 0-1,0 0 0,0 1 0,0-1 0,0 1 0,0 0 0,0 0 0,1 0 0,-1 0 0,0 0 0,1 1 0,-1 0 0,0-1 0,1 1 0,-1 1 0,1-1 0,-1 0 1,0 1-1,1 0 0,-1-1 0,0 1 0,0 1 0,0-1 0,1 0 0,-1 1 0,0 0 0,-1-1 0,4 3 0,9 8-4,-1 1 0,-1 0 0,0 0 0,22 31 0,-10-13 16,-12-15-6,1-1 0,1 0 1,0-1-1,0-1 1,2 0-1,20 12 0,-30-21 2,0-1-1,1 0 0,-1 0 0,1 0 0,0-1 0,0 0 0,0 0 1,0-1-1,0 0 0,0-1 0,0 0 0,0 0 0,1-1 0,-1 1 1,0-2-1,0 1 0,0-1 0,10-5 0,-1 1 23,-1-2 0,-1 0 1,1-1-1,-1 0 0,-1-2 0,21-17 0,-30 23 10,1 0-1,-1 0 1,0 0-1,0-1 1,-1 1-1,1-1 1,-1 0-1,0-1 1,-1 1 0,0-1-1,0 1 1,0-1-1,-1 0 1,0 0-1,0 0 1,-1 0-1,0 0 1,0-12-1,-1 16-13,0 0-1,0 1 0,0-1 1,-1 0-1,1 0 0,-1 1 1,0-1-1,0 1 1,0-1-1,0 1 0,0-1 1,-1 1-1,1-1 0,-1 1 1,1 0-1,-1 0 0,0 0 1,0 0-1,0 0 0,0 0 1,0 1-1,-1-1 0,1 1 1,0-1-1,-1 1 0,1 0 1,-1 0-1,1 0 0,-1 0 1,0 0-1,1 1 0,-1-1 1,0 1-1,0 0 0,1-1 1,-1 1-1,-3 1 1,-2 0-10,1 0 1,0 0 0,0 1 0,0 0 0,0 0 0,0 0-1,0 1 1,1 0 0,-1 1 0,1-1 0,0 1 0,0 1-1,-7 5 1,-1 4-8,1 1 0,0 0 0,-18 28 0,26-34-4,0-1-1,0 1 0,1 0 0,0 0 0,0 0 1,1 1-1,1-1 0,-1 1 0,0 13 0,2-22-1,1 1-1,0-1 0,0 0 0,0 0 1,0 1-1,0-1 0,0 0 0,0 0 0,0 1 1,1-1-1,-1 0 0,0 0 0,1 1 1,-1-1-1,1 0 0,-1 0 0,1 0 1,-1 0-1,1 0 0,0 0 0,0 0 1,0 0-1,-1 0 0,1 0 0,0 0 1,0 0-1,0 0 0,0-1 0,0 1 1,1 0-1,-1-1 0,0 1 0,0-1 0,0 0 1,1 1-1,-1-1 0,0 0 0,0 1 1,1-1-1,-1 0 0,0 0 0,0 0 1,1 0-1,-1-1 0,0 1 0,0 0 1,1 0-1,-1-1 0,0 1 0,0-1 1,0 1-1,1-1 0,0 0 0,13-5 31,0-1 0,0 0 0,19-14 0,-14 9-12,-4 5-10,1 0-1,-1 1 1,2 1-1,-1 0 1,0 1-1,1 1 1,0 1 0,0 1-1,-1 0 1,1 1-1,0 1 1,0 0-1,0 2 1,-1 0 0,1 1-1,32 12 1,-4 11 38,-38-21-44,-1-1 1,1-1 0,0 0-1,16 7 1,-20-10-22,0 0 1,0-1-1,-1 1 0,1-1 1,0 0-1,0 0 1,-1 0-1,1 0 0,0-1 1,0 1-1,0-1 1,-1 0-1,1 0 0,-1-1 1,7-2-1,4-3-132,-1-1-1,0 0 1,0-1-1,0-1 1,-2 0-1,1 0 1,-1-1-1,-1 0 1,12-16-1,-9 7 53,0-1-1,-1 0 0,-1-1 0,-1 0 1,8-29-1,-1-13 112,-2 0 1,-4-1-1,5-87 1,-17 117 344,0 36-334,1-1-1,-1 0 1,0 1 0,1-1 0,-1 0 0,1 1 0,-1-1 0,1 1 0,-1-1 0,1 0 0,-1 1 0,1-1-1,-1 1 1,1 0 0,0-1 0,-1 1 0,1-1 0,0 1 0,0 0 0,-1-1 0,1 1 0,0 0 0,0-1-1,0 2 1,-23 65 376,15-39-380,2 0 1,0 0-1,2 0 1,2 1-1,0 31 1,2-45-22,1-1-1,0 0 1,1 1 0,1-1-1,0 0 1,1 0 0,0-1-1,1 1 1,1-1 0,0 0 0,1 0-1,8 12 1,-11-20-23,-1 0 1,1-1-1,0 0 0,0 1 1,1-2-1,-1 1 0,1 0 1,0-1-1,0 0 0,0 0 1,0 0-1,1-1 0,-1 0 1,1 0-1,-1 0 0,1-1 0,0 0 1,0 0-1,0 0 0,-1 0 1,1-1-1,0 0 0,10-2 1,-6 0-48,1-1 0,-1 0 1,1 0-1,-1-1 0,0-1 1,0 0-1,0 0 0,-1-1 1,0 0-1,0 0 0,13-13 1,-22 18 67,0 1 0,0 0 1,1-1-1,-1 1 1,1-1-1,-1 1 0,0 0 1,1-1-1,-1 1 1,1 0-1,-1 0 0,1-1 1,-1 1-1,1 0 1,-1 0-1,1 0 0,-1-1 1,1 1-1,-1 0 1,1 0-1,-1 0 0,1 0 1,-1 0-1,1 0 0,0 0 1,-1 0-1,1 0 1,-1 1-1,1-1 0,-1 0 1,1 0-1,7 17-31,-5 36 25,-3-42 25,1-1-8,0 0-1,1-1 1,0 1 0,1-1 0,-1 0 0,2 0 0,-1 0 0,1 0 0,1 0-1,0-1 1,11 16 0,-14-21-2,1-1 1,-1 1-1,1 0 0,-1-1 1,1 1-1,0-1 0,0 0 0,0 0 1,1 0-1,-1 0 0,0-1 0,1 1 1,-1-1-1,1 0 0,-1 0 0,1 0 1,0 0-1,-1-1 0,1 0 0,0 1 1,-1-1-1,1 0 0,0-1 0,-1 1 1,1-1-1,0 0 0,-1 0 0,1 0 1,-1 0-1,1 0 0,-1-1 1,0 0-1,5-2 0,-1-1 13,-1 0 0,0 0 0,0 0 0,0 0 0,0-1 0,-1 0 0,0-1-1,0 1 1,-1-1 0,0 0 0,0 0 0,0 0 0,-1 0 0,0-1 0,-1 1 0,1-1 0,-1 0 0,-1 0 0,0 0 0,0 0 0,0 0 0,-1 0-1,-2-16 1,2 18-14,-1 0 0,0 0 0,0 0 0,-1 0 0,0 0 0,0 1 0,0-1 0,-1 1-1,1-1 1,-1 1 0,-1 0 0,1 0 0,-1 0 0,0 0 0,0 1 0,0-1 0,-1 1-1,1 0 1,-1 0 0,0 1 0,0 0 0,-1 0 0,1 0 0,-1 0 0,1 1 0,-1 0-1,0 0 1,0 0 0,0 1 0,0 0 0,-11-1 0,8 2-14,0 1 1,1 0-1,-1 0 1,1 1-1,0 0 0,-1 0 1,1 1-1,-14 6 1,18-7 2,-1 0 1,1 1-1,0-1 1,0 1-1,0-1 1,0 1-1,0 0 1,1 1-1,-1-1 1,1 1-1,0-1 1,0 1-1,0 0 1,1 0-1,-1 1 1,1-1-1,-2 6 0,4-9 7,0 0-1,1 1 0,-1-1 0,0 0 0,1 0 0,-1 1 0,1-1 0,-1 0 0,1 0 0,0 0 0,-1 0 0,1 0 0,0 0 0,0 0 0,0 0 0,0 0 0,0 0 0,0-1 0,0 1 0,0 0 0,0 0 0,0-1 0,0 1 0,0-1 0,1 1 0,-1-1 0,3 1 0,40 13 86,-39-12-79,225 48 121,18 6-59,-219-46-17,-21-7-11,0 0 1,-1 0 0,1-1-1,0 0 1,0 0-1,1-1 1,14 0 0,-23-2-24,1 0 1,0 0-1,-1 0 1,1 0 0,0 0-1,-1 0 1,1 0-1,-1 0 1,0-1 0,1 1-1,-1 0 1,0 0-1,0 0 1,0 0 0,0-1-1,0 1 1,0 0-1,0 0 1,0 0 0,0-1-1,-1 1 1,0-2-1,-5-38 303,5 34-238,-2-11 35,0 0 0,1 0 0,1 0 1,1 0-1,1-1 0,0 1 0,8-35 0,-8 52-122,-1 0-1,1 0 0,0 0 0,-1 0 0,1 0 0,0 0 1,0 0-1,0 0 0,0 1 0,0-1 0,0 0 0,0 1 1,0-1-1,0 1 0,0-1 0,0 1 0,0-1 1,0 1-1,0 0 0,0-1 0,1 1 0,-1 0 0,0 0 1,0 0-1,0 0 0,3 0 0,40 4-214,-30-3 37,73 1-1445,-35-5 870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5.3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17 282 14835,'-17'-4'8705,"23"-10"-6280,1 1-2579,99-196 1249,-105 206-1069,1 0 1,-1 0 0,1 0 0,0 0-1,0 0 1,0 1 0,0-1-1,1 1 1,-1-1 0,1 1-1,-1 0 1,1 0 0,0 0 0,0 0-1,3-1 1,-5 3-14,0 0 0,-1 0 0,1 0 0,0-1 0,0 1 0,0 1 0,0-1 0,0 0 0,0 0-1,0 0 1,0 0 0,0 1 0,0-1 0,0 0 0,-1 1 0,1-1 0,0 1 0,0-1 0,0 1 0,0 0 0,18 27 52,-7 1-15,-4-9 88,1 0 0,21 36 0,-25-50-80,0 0 0,-1 0 0,2 0-1,-1-1 1,1 0 0,0 0 0,0 0 0,0-1 0,1 0 0,-1 0-1,1 0 1,8 2 0,-9-4-37,-1 0 0,1 0 0,-1-1 0,1 0 0,-1 0 0,1 0 0,0-1 0,-1 0 0,1 0 0,0-1 0,-1 1 0,1-1 0,-1 0 0,1-1 0,-1 1 0,1-1 0,-1 0 0,0 0 1,0-1-1,0 0 0,0 0 0,0 0 0,-1 0 0,6-6 0,83-66 37,-92 75-59,0-1-1,1 1 0,-1-1 0,0 1 1,0-1-1,1 1 0,-1 0 0,0-1 1,1 1-1,-1 0 0,0 0 0,1 0 1,-1 0-1,0 0 0,1 1 0,-1-1 1,0 0-1,0 1 0,1-1 0,-1 0 1,0 1-1,0 0 0,1-1 0,-1 1 1,0 0-1,0-1 0,0 1 1,0 0-1,0 0 0,0 0 0,0 0 1,0 0-1,0 1 0,29 46-45,-22-33 44,-1-3 0,6 11 13,0-1 0,2 0 0,0-1 0,1-1 0,20 20 0,-32-37-7,-1 1 0,1-1 0,0 0-1,0 0 1,0-1 0,0 1 0,0-1-1,1 0 1,-1 0 0,1 0-1,-1 0 1,1-1 0,0 0 0,-1 0-1,1 0 1,0-1 0,0 0 0,0 1-1,0-2 1,0 1 0,-1-1 0,1 1-1,0-1 1,0 0 0,-1-1 0,1 1-1,-1-1 1,1 0 0,-1 0 0,0-1-1,1 1 1,-1-1 0,0 0 0,4-4-1,0 0-5,1-1-1,-2 0 1,1 0-1,-1-1 1,0 0-1,0-1 1,8-16-1,26-74 5,-22 47 22,-19 51-24,1 0 0,0-1 0,0 1 0,0 0 0,0-1 0,1 1 0,-1 0 0,0 0 0,1 0 0,0 0 0,-1 1 0,1-1-1,0 0 1,0 1 0,0-1 0,4-2 0,-4 4 0,-1 0-1,1 0 1,-1 0-1,1 0 1,-1 0-1,1 1 0,-1-1 1,1 0-1,-1 1 1,1-1-1,-1 1 1,1 0-1,-1-1 1,0 1-1,1 0 1,-1 0-1,0 0 1,0 0-1,0 0 0,0 0 1,0 0-1,0 0 1,0 0-1,0 0 1,0 1-1,0-1 1,-1 0-1,2 3 1,8 12 11,1 0 1,1 0 0,0-2 0,1 1 0,0-2 0,21 17 0,-29-26-7,1 0 0,0-1 0,0 0 0,0 0 1,0 0-1,0-1 0,1 1 0,-1-2 0,1 1 1,-1-1-1,1 0 0,0 0 0,-1-1 0,1 0 0,0 0 1,0 0-1,-1-1 0,1 0 0,-1-1 0,1 1 0,10-5 1,-5 1 5,-1 0 0,0-1 1,0-1-1,0 1 0,-1-1 1,0-1-1,-1 0 0,1-1 1,7-9-1,-13 14-6,0-1-1,0 0 1,0 0 0,-1 0 0,0 0-1,0-1 1,0 1 0,-1-1-1,1 0 1,-1 0 0,-1 0 0,1 0-1,-1 0 1,0 0 0,-1 0-1,1 0 1,-1 0 0,0 0 0,-1-1-1,-1-5 1,2 10-6,0 1 1,0 0-1,0 0 0,-1 0 0,1 0 1,-1-1-1,1 1 0,-1 0 1,1 0-1,-1 0 0,1 0 0,-1 0 1,0 0-1,0 0 0,0 0 0,1 1 1,-1-1-1,0 0 0,0 0 1,0 1-1,0-1 0,0 1 0,0-1 1,-1 1-1,1-1 0,0 1 1,-1-1-1,-1 1-3,1 0 1,0 0 0,-1 1 0,1-1-1,-1 0 1,1 1 0,0 0-1,0-1 1,-1 1 0,1 0-1,0 0 1,-4 3 0,-2 1-4,-1 2 0,1-1 0,0 1 0,1 0 0,-9 10 0,13-14 10,0 0 0,1 1 0,-1 0 1,1-1-1,0 1 0,0 0 0,0 0 0,1 0 0,-1 0 0,1 0 1,0 0-1,0 1 0,0-1 0,1 0 0,-1 1 0,1-1 1,0 0-1,0 1 0,1-1 0,0 0 0,1 6 0,0-5 9,0-1 0,0 1 0,1-1 1,-1 0-1,1 0 0,1 0 0,-1 0 0,0 0 0,1 0 0,0-1 0,0 0 0,0 0 0,0 0 0,0 0 0,1-1 1,-1 1-1,10 2 0,-8-2-8,0-1 0,1 1 1,-1-2-1,1 1 0,-1-1 0,1 0 1,0 0-1,-1-1 0,1 1 0,13-3 1,-16 1-222,1 0 0,-1 0 0,1-1 0,-1 0 0,0 1 0,0-2 0,0 1 0,0 0 0,0-1 0,0 0 0,-1 0 0,1 0 0,-1 0 0,0-1 0,0 1 0,5-8 0,5-10-791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5.4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76 21117,'1'-3'456,"7"-5"-208,2-1-192,8-2-312,4-3-337,6 1-1583,-4 1-2841,7 6 2008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6.1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241 352 11442,'-4'-1'1553,"-40"-8"6930,-3 6-5514,42 3-2914,0 1-1,1 0 1,-1 0 0,0 0 0,1 0 0,-1 1-1,1 0 1,0 0 0,-1 0 0,1 0 0,0 1-1,0 0 1,1-1 0,-1 2 0,0-1-1,1 0 1,0 1 0,0-1 0,0 1 0,-3 4-1,-3 8-33,-1-1 0,2 2-1,0-1 1,-6 23-1,12-34 17,0 0 0,1 0-1,-1 1 1,1-1-1,0 0 1,1 1 0,-1-1-1,1 1 1,0-1 0,1 0-1,-1 1 1,1-1 0,0 1-1,0-1 1,1 0-1,0 0 1,0 0 0,5 10-1,-6-14-2,0 1 0,1-1 0,0 1 0,-1-1 0,1 0 0,0 1 1,0-1-1,-1 0 0,1 0 0,0 0 0,0-1 0,0 1 0,0 0 0,0-1 0,1 1 0,-1-1 0,0 0 0,0 1 0,0-1 0,0 0 0,0-1 0,0 1 0,1 0 0,-1 0 0,0-1 0,0 1 0,0-1 0,0 0 0,0 0 0,0 0 0,0 0 0,2-1 0,4-3-30,0 0 1,0 0-1,0 0 0,-1-1 0,0 0 0,7-8 1,12-17-144,-1-1 1,-2-1 0,-1-1-1,-1-1 1,18-44 0,-11 13 101,-3-1 1,17-74 0,-39 126 38,-3 12-4,1 0-1,-1 0 1,1 0 0,0 0-1,0 0 1,0 0-1,0 0 1,1 0 0,2-4-1,0 9 16,-2 10 39,-3 17 87,-5 44 237,0-32-133,3 0 0,1 0 0,2 1 0,1-1 0,12 64 0,-12-100-237,0 0-1,0-1 1,0 1-1,0 0 0,1-1 1,0 0-1,0 1 1,0-1-1,1 0 1,-1 0-1,1 0 1,0 0-1,0 0 1,0-1-1,1 1 1,-1-1-1,1 0 1,0 0-1,0 0 1,0-1-1,0 1 1,0-1-1,0 0 0,1 0 1,-1-1-1,1 1 1,0-1-1,-1 0 1,1 0-1,0-1 1,0 1-1,-1-1 1,1 0-1,0 0 1,0-1-1,-1 1 1,9-3-1,7-3-32,-1 0-1,31-15 0,-27 10-23,48-13 0,-65 22 47,0 1 0,0-1 0,0 2 0,1-1 0,-1 1 0,0 0 0,0 0 1,1 0-1,-1 1 0,0 0 0,0 1 0,11 3 0,-11-2 30,0 1-1,0 0 1,-1 0 0,1 1-1,-1 0 1,0 0 0,0 0-1,-1 0 1,1 1 0,-1 0-1,0 0 1,-1 0-1,0 0 1,5 12 0,-5-11 4,1 1 0,-1-1-1,2 0 1,-1 0 0,1 0 0,0-1 0,0 1 0,1-1 0,0-1 0,6 6 0,-11-10-49,1 0 0,-1-1 0,0 1 1,0 0-1,0-1 0,0 0 1,0 1-1,1-1 0,-1 0 0,0 1 1,0-1-1,1 0 0,-1 0 0,0 0 1,0 0-1,1 0 0,-1 0 1,0-1-1,0 1 0,1 0 0,-1-1 1,0 1-1,0 0 0,0-1 0,0 0 1,1 1-1,-1-1 0,0 0 1,0 1-1,0-1 0,0 0 0,-1 0 1,1 0-1,0 0 0,0 0 0,0 0 1,-1 0-1,1 0 0,0 0 1,0-2-1,2-3-925,0-1-1,0 0 1,0 0 0,-1 0-1,2-13 1,2-28-1858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6.3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21741,'2'6'880,"-3"3"656,1-1-1648,4-2-2480,1-2 1735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6.6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152 0 15915,'-19'28'2737,"3"-6"-1860,2 1 0,0 0 0,-13 32 0,25-51-797,0 1 1,0-1-1,1 0 1,-1 1-1,1-1 0,0 1 1,1-1-1,-1 1 1,1-1-1,0 1 0,0 0 1,0-1-1,0 1 1,1-1-1,0 1 0,0 0 1,0-1-1,0 0 1,1 1-1,0-1 1,0 0-1,0 0 0,0 0 1,1 0-1,4 6 1,-3-7 4,0 0 1,-1 0 0,1-1 0,0 1 0,0-1 0,0 0 0,1 0 0,-1 0 0,1 0 0,-1-1-1,1 0 1,-1 0 0,1 0 0,0 0 0,-1-1 0,1 0 0,0 0 0,0 0 0,-1 0 0,1-1 0,0 0-1,-1 0 1,1 0 0,-1-1 0,1 1 0,-1-1 0,0 0 0,7-4 0,-6 3-45,0 0 0,0 0 1,-1 0-1,1-1 0,-1 0 0,0 0 0,0 0 1,0 0-1,0 0 0,-1-1 0,1 0 1,-1 0-1,-1 0 0,1 0 0,-1 0 0,1-1 1,-2 1-1,1 0 0,0-1 0,-1 0 1,0 1-1,-1-1 0,1-6 0,-2 4-10,0 1 0,-1 0 0,1 0 0,-1 0-1,-1 0 1,0 0 0,0 0 0,0 1 0,0-1 0,-1 1-1,0 0 1,-1 0 0,0 0 0,1 1 0,-2-1-1,1 1 1,0 1 0,-1-1 0,0 1 0,-13-7 0,11 6-174,-1 1 0,1 0 0,-1 0 0,0 1 0,-1 0 0,1 1 0,0 0 0,-1 0 0,1 1 0,-1 0 0,0 1 0,1 0 0,-1 0 0,1 1 0,-16 4 0,-1 4-511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6.9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113 64 12739,'-109'-27'11199,"109"27"-11143,0 0 0,0 0 0,0 0 0,-1 0 0,1 0 0,0 0 0,0-1 0,0 1-1,0 0 1,0 0 0,-1 0 0,1 0 0,0 0 0,0 0 0,0 0 0,0 0 0,0 0-1,-1-1 1,1 1 0,0 0 0,0 0 0,0 0 0,0 0 0,0 0 0,0-1 0,0 1-1,0 0 1,0 0 0,0 0 0,0 0 0,0 0 0,-1-1 0,1 1 0,0 0 0,0 0-1,0 0 1,0 0 0,0-1 0,1 1 0,-1 0 0,0 0 0,0 0 0,0 0 0,0-1-1,0 1 1,0 0 0,0 0 0,0 0 0,0 0 0,0 0 0,0-1 0,0 1 0,1 0-1,-1 0 1,0 0 0,13-8 972,20-2-458,-16 6-473,0 1-1,1 1 0,-1 0 1,1 1-1,0 2 1,0-1-1,-1 2 1,21 4-1,-31-5-96,-1 1 0,0 0-1,1 0 1,-1 0 0,-1 1 0,1 0-1,0 0 1,-1 0 0,1 1 0,-1 0-1,0 0 1,0 0 0,0 1 0,-1 0-1,0 0 1,0 0 0,0 0 0,0 1-1,-1-1 1,0 1 0,0 0 0,-1 0-1,1 0 1,-1 0 0,2 11 0,-3-12-49,-1 1 1,1-1-1,-1 1 1,-1-1 0,1 1-1,-1-1 1,0 0 0,0 1-1,0-1 1,-1 0-1,0 0 1,0 0 0,-4 9-1,-20 25-259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1:57.1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24013,'-2'10'1088,"1"-5"785,2-2-1505,2-2-152,5-4-608,0-3-312,1-1 336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2.7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444 170 17700,'-1'0'280,"-1"0"-1,1 0 1,0 0 0,0 0 0,-1 1 0,1-1 0,0 0-1,0 1 1,0-1 0,-1 1 0,1-1 0,0 1-1,0 0 1,0-1 0,0 1 0,0 0 0,0 0 0,0 0-1,0 1 1,-26 24 1348,18-18-973,-241 272 669,152-163-1229,92-110-90,2-2 8,0 0 0,-1 0 1,2 0-1,-1 0 0,-4 11 0,7-16-12,1 1 1,0 0-1,0-1 0,-1 1 1,1 0-1,0-1 0,0 1 0,0 0 1,0-1-1,0 1 0,0 0 1,0 0-1,0-1 0,0 1 1,1 0-1,-1-1 0,0 1 1,0 0-1,0-1 0,1 1 1,-1 0-1,1 0 0,0 0-1,1 0-1,-1 0 0,0 0 1,1 0-1,-1 0 1,0-1-1,1 1 1,-1-1-1,1 1 1,-1-1-1,1 1 0,-1-1 1,1 0-1,-1 0 1,2 0-1,21 2 30,174 23-5,-121-11-21,146 5 0,-187-19 128,0-1-1,0-1 1,-1-3 0,1 0-1,-1-3 1,47-15 0,-79 22-103,1 0 1,-1 0-1,0-1 1,0 1-1,0-1 1,0 1-1,0-1 1,-1 0-1,1 0 1,0 0-1,-1-1 1,0 1 0,1-1-1,-1 1 1,0-1-1,0 0 1,0 1-1,-1-1 1,1 0-1,-1 0 1,2-4-1,-3 2 5,1 0-1,-1 0 0,0 0 1,0 0-1,-1 0 0,1 1 1,-1-1-1,0 0 0,-1 0 1,1 1-1,-1-1 0,0 1 1,-4-9-1,-163-265 581,88 154-514,48 63-64,24 43-54,0 1 1,-2 0-1,0 0 0,-22-26 0,30 43-844,5 10 301,8 14 164,16 16 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4.0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518 410 10098,'-7'-3'1053,"1"0"0,-1 0 0,1 0-1,0-1 1,0 0 0,0 0 0,1 0-1,0-1 1,-1 0 0,-7-10 0,-14-13 1133,13 15-1600,0 1 1,0 0-1,-1 1 1,-28-16-1,36 24-548,1 1-1,-1-1 1,1 1 0,-1 0 0,0 1-1,0 0 1,0 0 0,0 0 0,0 1-1,0 0 1,0 0 0,0 1-1,0 0 1,0 0 0,-12 4 0,6 0-29,0 0 0,0 1 1,1 0-1,0 1 1,0 0-1,1 1 1,0 0-1,0 1 1,-15 16-1,20-18-6,0-1 0,1 1-1,-1 0 1,1 0 0,1 1 0,-1-1-1,1 1 1,0 0 0,1 0 0,0 1-1,1-1 1,-1 1 0,1-1 0,1 1-1,0 0 1,0 10 0,1-16-1,0 1 0,0-1-1,1 0 1,-1 0 0,1 1 0,0-1 0,0 0 0,0 0 0,1 0-1,-1 0 1,1 0 0,-1 0 0,1-1 0,0 1 0,0 0-1,0-1 1,0 0 0,1 1 0,-1-1 0,1 0 0,-1 0 0,1 0-1,0-1 1,0 1 0,0 0 0,0-1 0,0 0 0,0 0-1,0 0 1,0 0 0,0 0 0,0-1 0,1 1 0,-1-1 0,0 0-1,1 0 1,-1 0 0,5-1 0,5-1 8,0 1-1,1-2 1,-1 0 0,-1 0 0,1-1 0,0-1-1,-1 0 1,16-9 0,-18 8-2,0-1 0,-1-1 0,0 1 1,0-1-1,-1-1 0,0 0 0,0 0 0,-1 0 0,0-1 0,-1 0 1,0-1-1,-1 1 0,0-1 0,0 0 0,-1-1 0,2-11 1,4-20 10,-3 0 1,-1-1-1,0-44 1,-4 45 6,-2 1 8,0 4-31,5 64-107,1 30 94,4 0-1,1-1 1,3 0-1,23 57 1,-30-93 17,1-1-1,1 0 1,1 0 0,0-1-1,1 0 1,1-1 0,1 0-1,0-1 1,1 0 0,0-1-1,1-1 1,1 0 0,0-1-1,34 19 1,-39-26 3,0-1 0,0 0 0,1 0 0,-1-1 0,1-1 0,0 0 0,-1-1 0,1 0 0,0 0 0,0-2 0,0 1 0,-1-1 0,1-1 1,0 0-1,-1-1 0,1 0 0,-1-1 0,0 0 0,0-1 0,0 0 0,-1-1 0,0 0 0,0 0 0,0-1 0,-1 0 0,0-1 0,0 0 0,-1-1 0,0 0 0,-1 0 0,1 0 0,-2-1 0,0 0 0,0 0 0,7-17 0,-9 16 23,0-1-1,-1 0 0,0 0 0,0 0 0,-1 0 0,-1 0 0,0-18 0,-1 26-10,-1-1 1,1 1-1,-1-1 0,0 1 0,0 0 0,0-1 0,-1 1 0,1 0 0,-1 0 0,0 0 0,-1 0 0,1 0 0,0 0 0,-1 0 0,0 1 0,0 0 0,0-1 0,-1 1 0,1 0 0,0 1 0,-1-1 0,0 0 0,-6-2 0,9 5-17,0 0 0,0 0 1,0 0-1,0 0 0,0 0 1,0 1-1,0-1 0,0 0 0,0 1 1,0-1-1,0 0 0,0 1 0,0 0 1,0-1-1,0 1 0,0-1 0,0 1 1,0 0-1,0 0 0,1-1 1,-1 1-1,0 0 0,1 0 0,-1 0 1,0 0-1,1 0 0,-1 0 0,1 0 1,0 0-1,-1 0 0,1 0 1,-1 2-1,-2 3 10,-11 18 21,4-10-23,2-1 0,-1 1-1,2 0 1,0 1-1,1 0 1,0 0 0,1 1-1,1-1 1,1 1-1,-3 23 1,6-37-12,-1-1 1,1 1 0,0 0-1,0-1 1,0 1-1,1 0 1,-1-1-1,0 1 1,1-1-1,-1 1 1,1 0-1,-1-1 1,1 1-1,0-1 1,-1 0-1,1 1 1,0-1 0,0 1-1,0-1 1,0 0-1,0 0 1,1 0-1,-1 1 1,2 0-1,-1-1 2,0-1 0,1 1 0,-1-1 0,0 0 0,0 1 0,0-1 0,0 0 0,1 0 0,-1-1 0,0 1 0,0 0 0,0-1 0,0 1 0,0-1 0,4-2 0,5-1 4,-1-2 0,0 1 0,0-1 0,-1-1 0,17-15 0,-6 2-6,-8 8-2,-1 0 1,2 1-1,0 0 0,28-17 0,-37 26-1,0 0 0,0 0-1,0 0 1,0 1 0,1 0 0,-1 0-1,0 0 1,1 0 0,-1 1-1,1-1 1,-1 1 0,1 1 0,-1-1-1,1 0 1,-1 1 0,1 0 0,-1 0-1,0 0 1,0 1 0,1-1-1,-1 1 1,0 0 0,6 5 0,2 2 9,0 0 0,-1 1 0,0 1 0,13 17 0,-12-14-30,0-1-1,27 23 0,-35-33 20,0 0-1,1 0 0,-1-1 1,1 1-1,0-1 0,0 0 1,-1 0-1,1-1 0,1 1 1,-1-1-1,0 0 0,0 0 1,0-1-1,7 0 0,21-5 129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5.4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34 381 9458,'-3'9'381,"-1"1"1,1 0-1,1 0 1,0 0-1,1 0 1,0 0-1,0 19 0,0 3 285,2 25 646,3 0-1,2 0 1,3-1 0,2 0-1,2 0 1,24 59 0,-35-109-1123,1 2 89,0-1 0,-1 1 1,0 0-1,0 0 0,-1 1 0,0-1 0,0 0 0,-1 12 0,-5-16 348,-4-13-354,-4-14 1,2-10-151,1-1-1,1 0 0,-5-44 0,-3-111-131,12 123 46,-2-13-32,0 20 84,2 0 0,3 0-1,3 0 1,11-77 0,-10 124-68,1 0 0,0 1 0,1-1 0,1 1 1,-1 0-1,2 0 0,13-20 0,-18 29-18,1 0-1,-1-1 1,1 1 0,0 0 0,0 0-1,0 0 1,0 0 0,1 1 0,-1-1-1,0 1 1,1-1 0,-1 1 0,1 0-1,-1 0 1,1 0 0,0 0 0,-1 0-1,1 0 1,0 1 0,0 0 0,-1-1-1,1 1 1,0 0 0,0 0-1,0 0 1,-1 1 0,1-1 0,0 1-1,0 0 1,-1-1 0,1 1 0,-1 0-1,1 1 1,-1-1 0,1 0 0,-1 1-1,1-1 1,-1 1 0,4 4 0,0 0 0,0 0 1,-1 0 0,0 1 0,0 0 0,-1 0 0,1 1 0,-2-1-1,1 1 1,-1 0 0,0 0 0,0 0 0,-1 0 0,0 0 0,-1 1 0,0-1-1,0 1 1,-1-1 0,0 1 0,0-1 0,-1 1 0,-3 12 0,3-13 6,0 0 0,-1 1 1,0-1-1,0 0 1,-1 0-1,0 0 0,0-1 1,-1 1-1,0-1 0,0 1 1,-1-1-1,0-1 1,0 1-1,-1-1 0,0 0 1,0 0-1,0 0 0,-1-1 1,1 0-1,-1 0 1,-14 6-1,15-9-9,0 0 0,-1 0 0,1-1 0,-1 1 0,0-1 0,1-1 0,-14 0 0,62-4-173,12 9 133,66 15 1,26 3 40,-133-22 7,28 5 30,0-3 1,1-1 0,-1-2 0,76-11 0,-117 12-27,1-1 1,0 0 0,-1 0 0,1 0 0,0 0 0,-1 0 0,1 0-1,0 0 1,-1-1 0,1 1 0,0 0 0,-1 0 0,1 0 0,0-1-1,-1 1 1,1 0 0,-1-1 0,1 1 0,0 0 0,-1-1 0,1 1 0,-1-1-1,1 1 1,-1-1 0,1 1 0,-1-1 0,0 1 0,1-1 0,-1 0-1,0 1 1,1-1 0,-1 0 0,0 1 0,0-1 0,0 1 0,1-1-1,-1 0 1,0 0 0,0 1 0,0-1 0,0 0 0,0 1 0,-1-2-1,-21-24 440,5 8-443,12 12-7,1 0-1,0 0 0,0 0 0,1-1 0,0 1 0,0-1 0,0 0 0,1 0 1,0 0-1,0 0 0,1-1 0,0 1 0,0 0 0,1-1 0,0 1 0,0 0 0,0-1 1,3-9-1,-1 11-12,0 0 0,0 0 0,0 0 0,1 0 0,0 1 0,0-1 0,1 1 0,-1 0 1,1 0-1,0 0 0,1 0 0,-1 1 0,1 0 0,0 0 0,0 0 0,0 0 0,0 1 0,1 0 0,0 0 1,-1 0-1,11-2 0,3-1-6,0 2 1,0 0 0,0 1 0,0 1-1,1 1 1,37 2 0,118 23 22,-144-18-5,-28-6-1,0 0 0,0 1 1,0-1-1,0 1 0,0 0 0,0 0 0,-1 0 0,1 0 1,0 0-1,-1 1 0,1-1 0,-1 1 0,1 0 0,-1-1 1,0 1-1,0 0 0,3 4 0,-4-3 0,0 0 0,0 0 0,0 0 0,0 0 0,-1 0 0,1 0 0,-1 0 1,0 1-1,0-1 0,0 0 0,0 0 0,-1 0 0,1 0 0,-1 0 0,0 0 0,-1 4 0,-15 47 49,-12 48 31,28-94-70,0-1 0,0 1 0,0-1 0,1 1-1,0-1 1,0 1 0,1-1 0,0 1 0,0-1 0,5 14-1,-4-18 3,-1-1-1,0 0 0,1 0 0,0 0 0,-1 0 1,1 0-1,0 0 0,0 0 0,0 0 1,0-1-1,1 1 0,-1-1 0,0 0 0,1 1 1,-1-1-1,1 0 0,-1 0 0,1-1 0,-1 1 1,1-1-1,0 1 0,-1-1 0,1 0 0,0 0 1,-1 0-1,1 0 0,0 0 0,-1-1 0,4 0 1,7-1 22,0-1 1,0 0 0,0-1-1,17-8 1,-15 7-145,-1-2-1,-1 0 1,1 0 0,-1-2 0,0 1-1,-1-2 1,0 0 0,11-11 0,-7-5-249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6.5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 1 4185,'-2'4'3493,"2"-4"-3387,0 0 0,0 0 0,0 0-1,0 0 1,-1 0 0,1 0 0,0 0 0,0 0 0,0 0 0,0 0-1,0 0 1,0 0 0,-1 0 0,1 0 0,0 0 0,0 0 0,0 0-1,-1 0 742,1-1-741,-3 27 3156,2 31-308,51 264 2216,-17-141-4614,-16-79-7,-4 0-1,-2 204 1,-13-286-492,0 0 1,-1 0 0,-2-1-1,0 1 1,-8 19-1,12-33-42,-1 0-1,-1 1 0,1-1 1,-1 0-1,0 0 1,0 0-1,0-1 1,-1 1-1,1-1 0,-1 1 1,-1-1-1,1-1 1,0 1-1,-1 0 0,0-1 1,0 0-1,0 0 1,0-1-1,0 1 1,-10 2-1,14-5-9,-1 1 0,1-1 1,0 0-1,-1 0 0,1 0 0,0 0 0,-1 0 1,1 0-1,0-1 0,0 1 0,-1 0 0,1-1 0,0 1 1,0 0-1,-1-1 0,1 0 0,0 1 0,0-1 1,0 0-1,0 0 0,0 1 0,0-1 0,0 0 1,0 0-1,-1-2 0,0 0-1,0 0-1,0 0 1,1-1-1,0 1 1,-1-1-1,1 1 1,0-1 0,1 0-1,-1-4 1,-1-7-7,2 0 0,0 0 1,3-23-1,4 0 12,1 0 0,1 0 0,3 1 0,1 1 0,1 0 0,2 1 0,1 1 0,2 0 0,38-50 0,-30 50 172,1 1 1,1 1-1,2 2 1,1 0-1,2 3 1,0 1-1,2 1 1,51-26-1,-66 43 226,-21 8-400,0 0-1,0-1 1,0 1 0,0 0 0,1 0 0,-1 0 0,0 0 0,0 0 0,0 0 0,0 0 0,0 0-1,0 0 1,1 0 0,-1 0 0,0 0 0,0 0 0,0 0 0,0 0 0,0 0 0,0 0 0,0 0-1,1 1 1,-1-1 0,0 0 0,0 0 0,0 0 0,0 0 0,0 0 0,0 0 0,0 0 0,0 0-1,0 0 1,1 0 0,-1 0 0,0 1 0,0-1 0,0 0 0,0 0 0,0 0 0,0 0 0,0 0-1,0 0 1,0 0 0,0 1 0,0-1 0,0 0 0,0 0 0,0 0 0,0 0 0,0 0 0,0 0-1,0 1 1,0-1 0,0 0 0,0 0 0,0 0 0,0 0 0,0 0 0,0 0 0,0 1 0,-20 26 652,5-9-539,11-13-111,0 1 0,1-1 0,0 1 0,0-1 0,1 1-1,-1 0 1,1 0 0,0 0 0,1 1 0,-1-1 0,1 0 0,1 1 0,-1-1 0,1 0 0,0 1-1,1-1 1,-1 1 0,1-1 0,0 0 0,1 0 0,0 1 0,0-1 0,0 0 0,1 0 0,-1-1 0,1 1-1,1-1 1,-1 1 0,1-1 0,0 0 0,0 0 0,1-1 0,8 9 0,-6-8-85,0 1 1,1-1-1,0 0 1,0 0-1,0-1 1,0 0-1,0-1 1,1 0-1,0 0 1,-1-1-1,1 0 1,0 0 0,0-1-1,0 0 1,0-1-1,0 0 1,1 0-1,-1-1 1,15-3-1,18-9-581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7.1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157 33 13787,'-2'-2'398,"1"-1"1,0 1-1,-1 0 1,1 0-1,-1 0 1,0 0-1,0 0 0,1 1 1,-1-1-1,0 0 1,-1 1-1,1 0 1,0-1-1,0 1 0,0 0 1,-1 0-1,1 0 1,-1 0-1,1 1 1,-1-1-1,1 1 0,-1-1 1,1 1-1,-5 0 1,4 1-267,0 0 0,0 0 0,1 0 1,-1 1-1,0-1 0,0 1 0,1 0 1,-1-1-1,1 1 0,-1 1 0,1-1 0,0 0 1,0 0-1,0 1 0,0-1 0,0 1 0,0 0 1,1-1-1,-1 1 0,0 4 0,-8 15 159,1 0 0,1 1 0,-10 47 0,16-57-242,0 1 0,0 0 0,1 0 1,1-1-1,0 1 0,1 0 0,1 0 0,4 20 0,-3-27-57,1-1 0,-1 0 1,1 0-1,0 0 0,0-1 0,1 0 0,-1 1 1,1-2-1,0 1 0,1 0 0,-1-1 0,1 0 0,0 0 1,0-1-1,0 0 0,0 0 0,1 0 0,-1-1 1,1 0-1,13 3 0,-7-2-268,-1 0 1,1-1-1,0-1 0,-1 0 1,1-1-1,0 0 0,0-1 0,-1 0 1,1-1-1,20-5 0,9-17-756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7.9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253 219 17524,'-3'0'238,"1"1"-1,-1 1 1,1-1 0,0 0 0,-1 0 0,1 1 0,0 0 0,0-1 0,0 1 0,0 0-1,0 0 1,0 0 0,0 0 0,1 0 0,-1 1 0,1-1 0,-2 4-1,-21 49 1161,19-42-1244,-18 55 367,-17 87 0,28-96-200,-4-1 0,-37 93-1,11-71-669,251-285-2538,-178 179 2837,1 1 0,1 2 0,2 1 0,0 1 0,45-18 0,-66 33 135,1 1 0,0 1 1,-1 0-1,2 1 0,-1 1 0,0 0 1,0 1-1,1 1 0,-1 0 1,0 1-1,30 6 0,-16 1 256,-1 1 0,1 1 0,-2 1 0,0 2 1,31 18-1,-53-28-239,24 13 196,-20-14 105,-13-11 426,-79-111-968,-21-27-263,67 102 467,8 12 239,2-1 1,2-1-1,0-1 0,-32-67 1,56 102-272,1-1 0,-1 1 1,0 0-1,0-1 0,1 1 1,-1-1-1,1 1 0,-1-1 1,1 1-1,-1-1 0,1 1 1,0-1-1,0 1 0,0-1 1,0 1-1,0-1 0,0 1 1,0-1-1,1 0 0,-1 1 1,0-1-1,1 1 0,-1 0 1,1-1-1,0 1 0,-1-1 1,1 1-1,1-2 0,1 2 3,1-1-1,-1 1 1,0 0-1,1 0 1,-1 0-1,0 1 1,1-1-1,-1 1 1,1 0-1,-1 0 1,1 0-1,4 1 1,48 4 210,87 19 0,-103-14-145,0-3 0,1-1-1,0-2 1,78-3 0,-84-3 268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8.7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54 12691,'2'-4'688,"0"-1"-1,0 1 1,1-1 0,-1 1 0,1 0-1,0 0 1,0 1 0,1-1 0,-1 1 0,8-7-1,-10 10-575,0-1 1,0 1-1,0-1 0,0 1 0,0 0 0,0-1 0,-1 1 0,1 0 0,0 0 0,0-1 0,0 1 0,0 0 0,0 0 0,0 0 0,0 0 0,0 1 0,0-1 1,0 0-1,0 0 0,0 0 0,0 1 0,0-1 0,1 1 0,0 1-45,0-1 0,-1 1 0,1 0 0,0 0 0,-1 0 0,1 0 0,-1 0 1,1 0-1,-1 0 0,0 1 0,0-1 0,0 0 0,1 4 0,6 20 280,-1 0 0,-2 0-1,0 1 1,1 42 0,-7 113 1066,-2-126-882,3 1 1,12 104-1,-11-156-508,0 1 1,0-1-1,1 1 0,0-1 0,0 0 0,0 0 1,0 0-1,1 0 0,4 6 0,-6-10-18,0 0-1,0 0 1,0 0 0,1 0-1,-1 0 1,0 0-1,1 0 1,-1-1-1,0 1 1,1 0 0,-1-1-1,1 1 1,-1-1-1,1 0 1,-1 1 0,1-1-1,-1 0 1,1 0-1,-1 0 1,1 0-1,-1 0 1,1 0 0,-1-1-1,1 1 1,-1 0-1,1-1 1,-1 1-1,1-1 1,-1 0 0,1 1-1,-1-1 1,0 0-1,0 0 1,1 0 0,-1 0-1,0 0 1,0 0-1,1-2 1,41-32 60,58-43-20,-89 69-44,1 1-1,1 1 1,-1 0-1,1 1 0,0 0 1,17-4-1,-24 9 1,0 0-1,0 0 1,0 1-1,0 0 1,0 0 0,0 1-1,0 0 1,0 0-1,-1 1 1,1 0-1,0 0 1,9 4 0,9 6 82,45 29 1,-10-6 159,-54-32-218,70 32 196,-70-33-200,1 1 1,0-1 0,-1 0-1,1-1 1,0 1 0,0-2-1,0 1 1,0-1 0,10 0-1,-16-1-31,-1 1-1,1-1 1,0 1-1,-1-1 1,1 1-1,-1-1 1,1 1-1,-1-1 1,0 0-1,1 1 1,-1-1 0,0 0-1,1 1 1,-1-1-1,0 0 1,0 0-1,1 1 1,-1-1-1,0 0 1,0 0-1,0 1 1,0-1-1,0 0 1,0 0-1,0 0 1,0 1-1,-1-1 1,1 0-1,0 0 1,0 1-1,-1-1 1,0-1-1,-9-31-850,8 29 597,-10-30-932,-1-4 319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8.9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0 23437,'-4'11'720,"1"0"360,0-3-920,3-2-136,0 0-552,3-5 344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9.3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228 0 20860,'-94'62'3951,"51"-31"-3152,-43 42 1,86-73-799,-1 0 0,1 0 1,0 0-1,-1 1 0,1-1 1,0 0-1,0 0 1,-1 1-1,1-1 0,0 0 1,0 1-1,0-1 0,-1 0 1,1 0-1,0 1 0,0-1 1,0 0-1,0 1 1,0-1-1,0 0 0,0 1 1,-1-1-1,1 1 0,0-1 1,0 0-1,0 1 0,1-1 1,-1 0-1,0 1 0,0-1 1,0 0-1,0 1 1,0-1-1,0 0 0,0 1 1,0-1-1,1 0 0,-1 1 1,0-1-1,0 0 0,1 0 1,-1 1-1,0-1 1,0 0-1,1 0 0,-1 1 1,0-1-1,0 0 0,1 0 1,-1 0-1,0 1 0,1-1 1,-1 0-1,0 0 1,1 0-1,-1 0 0,0 0 1,1 0-1,-1 0 0,1 0 1,-1 0-1,0 0 0,1 0 1,-1 0-1,0 0 0,1 0 1,-1 0-1,0 0 1,1-1-1,38 2 165,-28-1-117,12 1-43,-1 2 0,0 0-1,1 1 1,-2 1 0,1 1-1,31 13 1,-39-13-18,0 0 1,0 2-1,-1-1 1,0 2-1,0 0 0,-1 0 1,0 1-1,0 0 1,-2 1-1,14 17 0,-21-25 22,-1 0-1,0 0 0,0 0 0,0 1 0,0-1 0,-1 1 1,1-1-1,-1 1 0,0-1 0,0 1 0,0 0 0,-1-1 1,1 1-1,-1 0 0,0 0 0,0-1 0,0 1 1,-1 0-1,0 6 0,-1-5 24,0-1 0,0 1 0,-1-1 0,1 0 0,-1 0 0,0 0 0,0 0 0,0 0 0,-1-1 1,1 0-1,-1 1 0,0-1 0,-5 3 0,-5 3 9,0-2 0,0 0 0,-1 0 0,0-2 0,0 1 1,0-2-1,-1 0 0,-19 2 0,26-5-179,0-1 0,0 0 0,0 0 0,0 0 0,0-1 0,0-1 0,-16-4 0,23 6 9,-1-1 1,1 0 0,0 0 0,0 0 0,-1 0 0,1-1 0,0 1-1,0 0 1,0-1 0,1 0 0,-1 1 0,0-1 0,1 0-1,-1 0 1,1 0 0,-1 0 0,1 0 0,0 0 0,0 0 0,0-1-1,0 1 1,0 0 0,0 0 0,1-1 0,-1 1 0,1-1 0,0 1-1,0-1 1,0 1 0,0 0 0,0-1 0,0 1 0,0-1 0,2-2-1,13-39-1187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09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33 12043,'13'-12'1363,"2"-1"472,0 5 2798,-10 19-729,-4 23-2874,-1-29-613,4 139 1638,-1 341-1436,-4-465-700,2-10-91,-1-1-1,0 1 0,-1-1 1,0 1-1,0-1 0,-1 1 1,0-1-1,-1 0 0,0 0 1,-6 12-1,9-21 148,0 0 1,0 0-1,-1 0 1,1 1-1,0-1 1,0 0 0,0 0-1,-1 0 1,1 0-1,0 0 1,0 0-1,0 0 1,-1 0-1,1-1 1,0 1-1,0 0 1,0 0-1,-1 0 1,1 0-1,0 0 1,0 0-1,0 0 1,0 0-1,-1 0 1,1-1-1,0 1 1,0 0 0,0 0-1,0 0 1,0 0-1,-1 0 1,1-1-1,0 1 1,0 0-1,0 0 1,0 0-1,0 0 1,0-1-1,0 1 1,0 0-1,0 0 1,0 0-1,0-1 1,0 1-1,0 0 1,0 0 0,0 0-1,0-1 1,0 1-1,0 0 1,0 0-1,0 0 1,0-1-1,0 1 1,0 0-1,0 0 1,0 0-1,0 0 1,1-1-1,-1 1 1,0 0-1,0 0 1,0-19-532,2 8 496,0 0 1,1-1-1,0 1 0,1 0 0,0 1 1,1-1-1,0 1 0,0 0 0,1 0 1,1 0-1,0 1 0,0 0 0,0 1 1,1-1-1,1 1 0,-1 1 0,1 0 0,1 0 1,-1 0-1,1 1 0,17-7 0,-16 8 164,1 0-1,0 0 0,0 1 0,0 0 0,1 1 0,0 1 0,-1 0 1,1 1-1,0 0 0,0 1 0,0 0 0,0 1 0,-1 0 0,1 1 1,0 1-1,-1 0 0,0 1 0,1 0 0,17 9 0,-19-7 101,0 1 1,-1 1-1,0 0 0,0 0 0,0 1 0,-1 0 1,-1 1-1,1 0 0,-1 0 0,10 20 1,0 4-48,-2 1 0,14 45 0,-17-45-176,-11-31 20,0 1 0,0-1-1,0 0 1,0 0-1,1 0 1,0 0 0,0 0-1,0 0 1,0-1-1,4 4 1,-5-6-6,-1 0 1,0 0-1,1 0 0,-1 0 0,1 0 1,-1-1-1,1 1 0,-1 0 0,1-1 1,0 0-1,-1 1 0,1-1 1,0 0-1,-1 0 0,1 1 0,0-1 1,-1-1-1,1 1 0,0 0 1,-1 0-1,1-1 0,0 1 0,-1-1 1,1 1-1,-1-1 0,1 1 0,-1-1 1,1 0-1,-1 0 0,1 0 1,-1 0-1,2-2 0,8-8-32,-2 0-1,0-1 1,0 0-1,-1 0 1,0-1-1,-1 0 1,-1 0-1,0-1 1,-1 0-1,0 0 1,-1 0-1,-1 0 1,0-1-1,-1 0 1,-1 1-1,0-1 1,-1-21-1,-1 23 122,-1 1 0,0-1 0,0 1 0,-1 0 0,-1 0 0,0 0 0,-1 0 0,0 1-1,-10-17 1,11 21-66,-1 0 0,0 1-1,0 0 1,-1 0 0,0 1-1,0-1 1,0 1-1,-1 0 1,1 1 0,-1 0-1,0 0 1,0 0 0,-1 1-1,1 0 1,-1 0 0,-8-1-1,-11-1-122,-1 2-1,-30-1 0,-10 0-585,66 4 678,1 0 0,-1 0 0,0 0 0,1-1 0,-1 1 0,0 0 0,0 0 0,1-1 0,-1 1 1,1-1-1,-1 0 0,0 1 0,1-1 0,0 0 0,-1 0 0,1 0 0,-1 0 0,1 0 0,0 0 0,0-1 0,-1 1 0,1 0 0,-1-2 0,4-19 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0.1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1 105 15491,'0'9'1001,"12"-15"1463,2-5-1808,4-5 184,-2-2 217,5-1-145,1 3-96,2 4-424,4 3 48,2 4-472,1 4 80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0.4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11 275 21637,'-10'16'689,"24"-29"108,4-5-382,37-34 736,-18 15-473,1 2-1,84-59 1,-110 88-642,0 0 0,1 0 0,-1 1 0,1 1 0,0 0 0,1 1 0,-1 0 0,1 1 0,-1 1 0,1 0 0,0 1 0,-1 0 0,1 1 0,0 1 0,-1 0 0,0 1 0,1 0 0,-1 1 0,0 1-1,12 5 1,0 2 101,0 0 0,-1 2 0,0 1 0,-2 1 0,0 0 0,0 2 0,-2 0 0,36 43 0,-52-58-128,-1 1 1,0 0-1,0 0 0,-1 0 1,1 0-1,-1 1 0,0-1 1,0 1-1,2 6 0,-4-11-16,0 0 0,0 0 0,0-1 0,0 1 0,0 0 0,0 0 0,0 0 0,0 0 0,-1 0 0,1 0 0,0 0 0,0 0 0,0 0 0,0 0 0,0 0 0,0 0 0,0 0 0,0 0-1,0 0 1,0 0 0,0 0 0,-1 0 0,1 0 0,0 0 0,0 0 0,0 0 0,0 0 0,0 0 0,0 0 0,0 0 0,0 0 0,0 0 0,0 0 0,0 0 0,-1 0 0,1 0-1,0 0 1,0 0 0,0 0 0,0 1 0,0-1 0,0 0 0,0 0 0,0 0 0,0 0 0,0 0 0,0 0 0,0 0 0,0 0 0,0 0 0,0 0 0,0 0 0,0 0 0,0 1-1,0-1 1,0 0 0,0 0 0,0 0 0,0 0 0,0 0 0,0 0 0,-11-10-649,-10-14-755,-9-11 549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0.6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21205,'16'10'1512,"-7"-4"1224,0-2-1439,1 1-369,2 1-384,-1-5-320,2-1-152,5-3 1520,-2-6-1255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0.8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285 1 25485,'-48'25'657,"-9"9"775,5 2-2048,0-1-24,13 2 184,11 0 295,19-1 346,9-3 23,18-5 136,9-2-64,17-6-200,11-6-40,19-9-1193,12-5-1287,15-13 1192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1.2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639 52 19892,'-6'-4'453,"0"-1"0,-1 2 0,1-1-1,-1 1 1,0-1 0,0 2 0,0-1-1,0 1 1,0 0 0,0 1 0,-1 0-1,-9-1 1,4 0-31,-29-5 278,0 3 0,0 1 0,-70 5 0,91-1-655,0 2 0,0 0 0,0 1 0,1 1 0,0 1 0,0 1 0,0 1 0,1 1 0,-23 13 0,35-17-13,0 0 0,0 1 0,1-1 0,0 1 0,0 1-1,-8 11 1,13-17-28,0 0 0,0 0 0,0 1 0,0-1 0,0 0 0,1 1 0,-1-1 0,0 1 0,1-1 0,-1 1 0,1-1 0,0 1-1,-1 0 1,1-1 0,0 1 0,0-1 0,0 1 0,0 0 0,0-1 0,0 1 0,1-1 0,-1 1 0,1-1 0,-1 1 0,1-1 0,-1 1 0,1-1-1,0 1 1,0-1 0,-1 1 0,1-1 0,0 0 0,0 0 0,0 0 0,1 1 0,-1-1 0,0 0 0,0 0 0,1 0 0,-1-1 0,0 1 0,1 0-1,1 0 1,5 3-21,0-2 0,0 1 0,0-1 0,1 0-1,-1-1 1,1 0 0,-1-1 0,0 1 0,1-1 0,-1-1-1,17-3 1,10-3-162,50-17-1,-68 19 133,41-16-187,-27 10 128,0 1-1,56-11 0,-78 20 114,0 0 0,0 0 0,0 1 0,0 0 0,0 0 0,0 1 0,0 1 0,0-1 0,0 1 0,-1 1 0,1 0 0,-1 0 0,1 1 0,12 7 0,-4 2 135,0 1-1,-1 0 1,-1 1 0,0 1 0,19 26-1,-19-22-348,0-2-1,1 0 0,1-1 0,24 19 1,-25-26-1523,-1-8 621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5.0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7 17668,'-47'-3'4721,"99"19"-4482,20-10 698,0-2 0,125-12 0,-70 1-561,-24 3-175,32-2 210,1 5 1,183 22 0,-276-10-264,-29-6-469,-26-7-1265,-38-17-3600,20 0 3092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5.3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 18068,'-1'0'278,"0"0"0,0 1 0,0-1 0,0 1-1,0 0 1,0-1 0,0 1 0,1 0 0,-1-1 0,0 1 0,0 0 0,1 0 0,-1 0 0,0 0 0,1 0 0,-1-1 0,1 1 0,-1 0-1,1 2 1,0-3-208,0 1 0,0-1 0,0 1 0,0 0 0,1-1 0,-1 1 0,0 0 0,0-1-1,1 1 1,-1-1 0,1 1 0,-1-1 0,0 1 0,1-1 0,-1 1 0,1-1 0,-1 1-1,1-1 1,-1 0 0,1 1 0,-1-1 0,1 0 0,0 1 0,51 15-1157,-34-12 1582,104 26-534,-79-21 54,0 1-1,74 30 1,-113-38-7,0-1 0,0 1 0,-1 0-1,1 0 1,-1 1 0,1-1 0,-1 1 0,0 0-1,0-1 1,0 2 0,0-1 0,-1 0-1,1 0 1,-1 1 0,2 4 0,-3-6 3,0 0 0,-1 1 0,0-1-1,1 1 1,-1-1 0,0 1 0,0-1 0,-1 1 0,1-1 0,0 0 0,-1 1 0,1-1-1,-1 0 1,0 1 0,0-1 0,0 0 0,0 0 0,0 1 0,-1-1 0,1 0-1,0 0 1,-1 0 0,0-1 0,1 1 0,-1 0 0,0-1 0,-3 3 0,-21 15 102,-2-1 0,0-1 0,-1-1 0,0-2 0,-33 11 0,52-20-108,4-2-325,0 0 1,0-1 0,0 0 0,0 0 0,0 0-1,-1-1 1,1 0 0,-1 0 0,1 0 0,-1-1 0,1 0-1,-1 0 1,1-1 0,-11-2 0,-3-11-1839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5.5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22333,'0'12'728,"6"12"168,3 7-448,6 15-120,1 4-80,5 8-128,1 6 32,2 4-752,3 4-1056,-2-2 928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7.2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35 366 22245,'-8'-9'247,"-13"-16"1376,20 24-1585,0 0 0,1 0 0,-1 0 0,1 0 0,-1 0 0,1 0 0,0 0 0,-1 0 0,1 0 0,0 0 0,0 0 0,-1 0 0,1 0 0,0 0 1,0 0-1,0 0 0,0 0 0,1 0 0,-1 0 0,0 0 0,0 0 0,0 0 0,1 0 0,-1 0 0,1-1 0,0 1-40,-1 1 1,1-1-1,-1 1 1,1 0-1,0-1 0,-1 1 1,1 0-1,-1-1 1,1 1-1,0 0 0,-1-1 1,1 1-1,0 0 0,-1 0 1,1 0-1,0 0 1,-1 0-1,1 0 0,0 0 1,-1 0-1,1 0 1,0 0-1,0 0 0,-1 0 1,1 0-1,-1 1 0,1-1 1,0 0-1,-1 1 1,1-1-1,0 0 0,-1 1 1,1-1-1,-1 0 1,1 1-1,0 0 0,22 21-65,4 18 48,41 75 0,-48-77 222,2-1-1,46 60 1,-59-86-127,1 0 1,0-1-1,1 0 0,0-1 1,1 0-1,0-1 0,0 0 0,1-1 1,-1-1-1,2 0 0,-1 0 1,18 4-1,-23-8-56,0 0 1,1-1-1,-1 0 0,0 0 1,0-1-1,1 0 1,-1-1-1,0 0 0,1 0 1,-1 0-1,0-1 0,0-1 1,0 1-1,-1-1 1,1 0-1,8-6 0,7-5-42,-1-2 0,0 0 0,31-32-1,-33 28-28,1 2 0,1 1 0,34-22 0,-49 35 50,1 0 0,-1 1 0,1 0 0,0 0 0,0 0 0,0 1 0,0 1 0,1-1 0,-1 1 0,0 1 0,1-1 0,-1 1 0,1 1 0,-1 0 0,14 3 0,-2 2 7,0 1-1,-1 1 0,0 1 1,36 22-1,-41-21 13,0-1 0,1-1 0,0 0 0,1-1 0,0-1 0,0-1 0,0 0 0,1-1 0,18 3 0,-24-7-2,0 0 0,0-1 0,0 0 0,0 0 0,0-1 0,0-1 0,0 0 0,-1 0 0,1-1 0,-1-1 0,12-6 1,-18 9-7,-1 0 0,1-1 1,0 1-1,-1-1 1,1 0-1,-1 0 1,0 0-1,0 0 1,0-1-1,-1 1 1,1-1-1,-1 0 1,0 0-1,0 0 1,0 0-1,0 0 1,-1 0-1,1 0 1,-1-1-1,0 1 1,-1 0-1,1-1 1,-1 1-1,0-1 1,0 1-1,0-1 1,0 1-1,-1 0 1,0-1-1,-2-7 0,2 8 1,0 1-1,0-1 0,-1 0 1,0 1-1,1-1 0,-1 1 0,0 0 1,0-1-1,-1 1 0,1 0 0,-1 0 1,1 1-1,-1-1 0,0 0 0,0 1 1,0 0-1,-1 0 0,1 0 0,-7-3 1,5 3 4,-1 1 1,1 0 0,-1 0-1,0 0 1,1 1 0,-1 0-1,0 0 1,1 0 0,-1 1-1,0 0 1,1 0-1,-7 2 1,-5 3 16,2 0 0,-1 1-1,1 1 1,0 0 0,0 1 0,1 0 0,-26 23-1,36-29-22,1 1 0,-1-1 0,1 1 0,0 0 0,0 0 0,0 0 0,1 0 0,-1 0 1,1 1-1,0-1 0,0 1 0,1-1 0,0 1 0,-1 0 0,1 0 0,0 6 0,1-7 10,1 0 0,-1-1 0,1 1 0,0-1 0,0 1 0,0-1 1,0 1-1,1-1 0,0 0 0,-1 0 0,1 1 0,0-1 0,0-1 0,1 1 0,-1 0 1,1 0-1,-1-1 0,1 0 0,0 1 0,0-1 0,0 0 0,0 0 0,5 2 0,4 2 1,0-1 0,-1 0-1,1-1 1,1-1 0,-1 1-1,1-2 1,-1 0 0,1 0-1,18-1 1,11-2 22,65-12 0,-79 8-41,-1 1-1,1 2 1,0 0 0,0 2 0,50 6 0,-57-2 19,-4 0-171,0-1 0,0 0 0,0-1 0,22-1 0,-32-2 60,0 0 0,0 0 0,0-1 1,-1 0-1,1 0 0,-1 0 0,1-1 1,-1 0-1,0 0 0,0-1 0,0 0 1,-1 0-1,1 0 0,5-6 0,6-8 109,0-1 0,-1 0 0,-1-1 0,-1-1 0,-1 0 0,-1-1 0,-1 0-1,-1-1 1,0 0 0,-2-1 0,-1 0 0,-1 0 0,-1 0 0,-1-1 0,-1 0-1,-1 0 1,-1 0 0,-2 0 0,0 0 0,-2 1 0,0-1 0,-2 0 0,-1 1 0,-1 0-1,-1 0 1,-11-23 0,19 46 6,0 0-1,-1 0 1,1 0-1,0 0 1,-1 0-1,1 0 1,-1 0-1,0 0 1,1 0-1,-1 0 1,0 0 0,0 0-1,1 0 1,-1 1-1,0-1 1,0 0-1,0 0 1,0 1-1,0-1 1,0 1-1,-2-1 1,2 1-12,1 0 1,-1 0-1,0 1 1,1-1 0,-1 0-1,0 1 1,0-1-1,1 1 1,-1-1-1,1 1 1,-1-1-1,0 1 1,1-1-1,-1 1 1,1 0 0,-1-1-1,1 1 1,0 0-1,-1-1 1,1 1-1,0 0 1,-1 1-1,-13 49 116,14-51-130,-5 27 25,2 0-1,1 0 0,1 0 0,2 1 0,0-1 0,2 0 1,8 36-1,-9-51-18,1 0 0,1 0 0,-1-1 0,2 1 0,0-1 0,0 0 0,1 0 0,0-1 0,1 0 0,0 0 0,1 0 1,0-1-1,1 0 0,0-1 0,0 1 0,0-2 0,1 0 0,17 10 0,-19-13-54,1-1-1,-1-1 1,1 0-1,0 0 1,0 0-1,0-1 1,0 0-1,0-1 1,0 0-1,0-1 1,0 0-1,0 0 1,0 0-1,14-6 1,9-4-227,0-1 0,46-26-1,-51 24 205,-26 13 71,0 1 0,0-1 0,0 1 0,0-1 0,0 1 0,0-1 0,0 1 0,0 0 0,0-1 0,0 1 0,0 0 1,0 0-1,1 0 0,-1 0 0,0 0 0,0 0 0,0 0 0,0 0 0,0 0 0,0 0 0,0 1 0,0-1 0,0 0 0,0 1 0,0-1 0,0 1 0,0-1 0,0 1 0,0 0 0,0-1 0,0 1 0,-1 0 0,1 0 0,0-1 0,0 1 0,-1 0 0,1 0 0,-1 0 0,1 0 0,0 0 0,-1 0 0,0 0 0,1 0 0,-1 0 0,1 2 0,1 7-4,0 0 1,-1 0-1,1 0 0,-2 14 1,2 6 10,-2-26 11,1 0 0,-1 0 0,1 0 0,0 0 0,0 0 0,1 0 0,-1 0 0,1-1 0,-1 1 0,1 0 0,0-1 0,1 1 0,-1-1 0,1 0 0,-1 0 0,1 0 0,0 0 0,0 0 0,0-1 0,1 1 0,-1-1 0,0 0 0,1 0 0,0 0 0,-1 0 0,1-1 0,0 1 0,0-1 0,0 0 0,0 0 0,0-1 0,0 1 0,0-1 0,0 0 0,0 0 0,0 0 0,0-1 0,0 1 0,8-3 0,1 0 0,0-1 0,-1-1 0,1 0 0,-1-1-1,0 0 1,0-1 0,-1 0 0,0 0 0,0-2 0,0 1 0,-1-1 0,-1-1 0,0 0 0,0 0 0,7-12 0,-11 16-7,-2 0 0,1 1 0,-1-2 0,0 1 0,0 0 0,0 0 1,-1-1-1,0 0 0,-1 1 0,1-1 0,-1 0 0,0 0 0,-1 0 0,0 1 1,0-1-1,0 0 0,-1 0 0,0 0 0,0 0 0,-1 1 0,0-1 0,0 1 1,-1-1-1,1 1 0,-1 0 0,-1 0 0,1 0 0,-1 0 0,0 0 0,-1 1 1,-4-5-1,4 5-3,1 0 1,-1 1 0,-1 0 0,1 0-1,0 1 1,-1-1 0,0 1 0,0 0-1,0 1 1,0-1 0,0 1 0,-1 1-1,1-1 1,0 1 0,-1 0-1,1 0 1,-1 1 0,0 0 0,1 0-1,-1 1 1,1-1 0,-1 1 0,1 1-1,-7 2 1,5-2-14,1 1 0,-1 0 0,1 0 0,0 1 0,0 0 0,0 1 0,1-1-1,0 1 1,0 0 0,0 1 0,0 0 0,1 0 0,0 0 0,0 0 0,0 1 0,1 0 0,0 0-1,1 0 1,-5 10 0,7-14 7,0 0-1,1-1 1,-1 1-1,0 0 1,1-1-1,0 1 0,-1 0 1,1 0-1,0-1 1,1 1-1,-1 0 1,0-1-1,1 1 1,-1 0-1,1-1 1,0 1-1,0 0 1,0-1-1,2 4 0,0-2 3,-1-1 1,1 0-1,0 0 0,0 0 0,1 0 0,-1-1 0,1 1 0,-1-1 0,1 0 0,0 0 0,5 2 0,11 3 7,0-1 0,0-1 0,1-1 0,23 2 1,-28-4-15,20 3 7,184 32-16,-188-30 13,-1 2 1,-1 2-1,0 1 1,56 30-1,2 6 191,-118-117 691,13 37-721,-37-80 158,48 99-295,2 0-1,0 0 0,0-1 0,1 1 0,0-1 0,0-22 1,3 34-25,0-1 0,1 1 0,-1-1 0,1 1 0,0-1 0,-1 1 0,1-1 0,0 1 0,1 0 0,-1 0 0,0-1 0,1 1 0,-1 0 0,1 0 0,-1 0 0,1 0 0,0 1 0,0-1 0,0 0 0,0 1 0,0-1 0,0 1 0,1 0 0,-1 0 0,0 0 0,1 0 0,-1 0 0,1 0 0,4 0 0,7-2-50,0 0-1,1 1 1,27 0 0,-35 2 17,208 9-1811,-139-1 1218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7.9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9 206 21725,'-1'1'49,"1"-1"0,0 0 0,0 0 0,0 0 0,-1 0 0,1 0 0,0 0 0,0 0 0,-1 0 0,1 0 0,0 0 0,0 0 1,0 0-1,-1 0 0,1 0 0,0 0 0,0 0 0,-1 0 0,1 0 0,0 0 0,0-1 0,0 1 0,-1 0 0,1 0 0,0 0 0,0 0 0,0 0 1,-1-1-1,1 1 0,0 0 0,0 0 0,0 0 0,0 0 0,0-1 0,-1 1 0,1 0 0,0 0 0,0-1 0,0 1 0,0 0 0,0 0 1,0 0-1,0-1 0,0 0-19,1 1-1,-1-1 1,1 1 0,-1 0 0,0-1 0,1 1 0,-1-1 0,1 1 0,0 0-1,-1-1 1,1 1 0,-1 0 0,1 0 0,-1-1 0,1 1 0,0 0 0,-1 0-1,1 0 1,0 0 0,-1 0 0,1 0 0,-1 0 0,1 0 0,0 0 0,-1 0-1,1 0 1,0 0 0,-1 1 0,2-1 0,308 10 1802,-203-1-1364,453 14 339,-502-25-786,1-3-1,-1-2 1,0-3-1,-1-2 1,0-3-1,-1-3 1,77-34-1,-124 48-13,1-1 0,-2-1 0,1 1 0,-1-1-1,0 0 1,11-11 0,-18 16-5,0 0 0,0 0-1,0-1 1,0 1 0,-1 0 0,1 0-1,0-1 1,-1 1 0,1-1 0,0 1-1,-1 0 1,0-1 0,1 1 0,-1-1-1,0 1 1,0-1 0,0 1 0,0-1-1,0 0 1,0-1 0,-1 1 0,0 1 0,0-1 0,0 0 0,0 0 0,0 0 0,-1 1 0,1-1 0,-1 1 0,1-1 0,-1 1 0,0-1 0,1 1 0,-1 0 0,0 0 0,0 0 0,0 0 0,0 0 0,-4-1 0,-2 0 6,0 0 1,0 0-1,-1 0 0,1 1 0,0 0 1,-1 1-1,1 0 0,-1 0 0,1 1 1,0 0-1,-1 1 0,1 0 0,0 0 1,0 0-1,0 1 0,0 0 1,1 1-1,-1 0 0,1 0 0,0 1 1,0-1-1,-8 8 0,11-9 20,0 1 0,0-1 0,1 1 1,-1 0-1,1 0 0,-1 0 0,1 1 0,1-1 0,-1 1 0,1-1 0,-1 1 0,1 0 0,1 0 0,-1 0 1,1 0-1,0 0 0,0 0 0,0 1 0,1-1 0,-1 0 0,1 0 0,1 1 0,-1-1 0,1 0 0,0 0 1,0 1-1,0-1 0,1 0 0,0 0 0,0 0 0,0-1 0,0 1 0,1 0 0,0-1 0,0 0 1,4 5-1,4 3 16,1 0 0,1 0 0,-1-1 0,2-1 0,0 0 0,0-1 0,0 0 0,1-1 0,1-1-1,17 6 1,-3-3-60,-1-1 0,2-1-1,-1-2 1,52 4-1,-74-9-151,-1 0 0,1-1 1,0 0-1,-1 0 0,1-1 0,0 0 0,-1 0 1,1-1-1,-1 0 0,1 0 0,-1-1 0,0 0 1,0 0-1,0-1 0,-1 0 0,12-8 0,2-10-866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8.0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 26046,'-20'18'1240,"23"-17"520,11-1-1576,6-3-1200,9-1-1601,5-1 1537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8.7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352 494 17668,'-2'2'283,"-1"1"0,1-1 0,-1 0 0,0 0 0,1 0 0,-1 0 0,0-1 0,0 1 0,-1-1 1,1 0-1,0 0 0,0 0 0,-1 0 0,1 0 0,0-1 0,-5 1 0,-64-1-2047,37-1 1612,22 1 366,0 1 1,0 0-1,0 1 0,1 0 0,-1 1 0,1 1 0,-20 8 0,27-10-79,1 0 0,0 1 1,-1 0-1,1 0 0,0 0 0,0 1 0,1-1 0,-1 1 1,1 0-1,0 0 0,0 0 0,0 0 0,0 1 0,1-1 1,-1 1-1,1-1 0,1 1 0,-1 0 0,0 0 0,1 0 1,-1 9-1,1-9-96,1 0 0,-1 0-1,1 1 1,1-1 0,-1 0 0,0 1 0,1-1 0,0 0 0,1 0 0,-1 0-1,1 0 1,0 0 0,0 0 0,0 0 0,1 0 0,0-1 0,0 0 0,0 1 0,0-1-1,1 0 1,-1 0 0,9 6 0,-8-7-20,1-1-1,-1 0 1,0 0 0,1 0-1,-1 0 1,1-1 0,0 1-1,-1-1 1,1 0 0,0-1-1,0 1 1,0-1-1,0 0 1,-1 0 0,1-1-1,0 1 1,0-1 0,0 0-1,-1 0 1,1-1 0,0 1-1,-1-1 1,1 0-1,-1-1 1,8-4 0,6-6-186,-1 0 0,-1-1 1,0-1-1,-1 0 0,0-1 0,-1-1 1,-1 0-1,-1-1 0,0 0 0,-1-1 1,8-20-1,-4 3-89,-1 0 0,-1-1 0,-3 0 0,-1-1 0,6-54 0,-9-6 971,-6 66-418,2-1-1,2 1 1,7-35 0,-6 105 908,-6 36-203,-1-13-638,2 0 0,3 1 0,3-1 0,19 87 0,-22-140-346,-1 1 0,1-1-1,1 1 1,0-1 0,0 0-1,0 0 1,1 0 0,0-1-1,0 0 1,1 0 0,0 0-1,11 9 1,-12-12-43,1-1 1,0 1-1,0-1 1,0 0-1,0-1 0,0 0 1,0 0-1,1 0 0,-1 0 1,1-1-1,0 0 1,-1-1-1,1 1 0,0-1 1,-1-1-1,1 1 0,10-3 1,71-16-363,-67 13 361,0 1-1,1 0 1,0 2 0,0 1-1,0 0 1,0 2-1,0 0 1,36 6 0,-28 2 52,-1 1 0,35 17 0,-45-17 54,0-1-1,0-1 0,1-1 1,-1 0-1,1-2 0,0 0 1,25 1-1,-43-5-91,1 0 0,-1 0 0,1 0 0,-1-1-1,1 1 1,-1-1 0,0 1 0,1-1 0,-1 0-1,0 0 1,0 0 0,1 0 0,-1-1 0,0 1 0,0 0-1,0-1 1,0 0 0,-1 1 0,1-1 0,0 0 0,-1 0-1,3-3 1,-2 1-255,0-1 0,0 1-1,0-1 1,-1 0 0,1 1-1,-1-1 1,0 0 0,0 0-1,-1 0 1,1-6-1,-4-22-1012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8.8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21229,'4'9'4328,"-2"-9"-3519,5-1-673,1-4-80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19.1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164 87 23901,'-14'15'789,"-12"11"-839,2 1 1,-36 50 0,55-70-156,0 1 1,1 0-1,0 0 0,0 1 1,0-1-1,1 1 1,1 0-1,-1-1 1,1 1-1,1 1 1,0-1-1,0 0 1,1 0-1,0 0 1,0 0-1,2 10 0,-1-16 257,-1 0-1,1 0 1,0 0-1,0 0 1,0 0-1,0-1 0,1 1 1,-1 0-1,1-1 1,-1 1-1,1-1 0,0 1 1,0-1-1,0 0 1,1 0-1,-1 0 0,0 0 1,1 0-1,-1 0 1,4 1-1,-2-1 49,0-1 0,0 0 0,1 0 0,-1 0 1,0 0-1,1-1 0,-1 0 0,1 0 0,-1 0 0,1 0 0,-1-1 0,7-1 0,0-1 37,1 0 0,-1-1 0,-1-1 1,1 0-1,-1 0 0,0-1 0,0 0 0,0-1 0,15-13 0,-16 10-89,1-1-1,-1 0 1,-1-1-1,0 0 1,-1 0 0,0 0-1,-1-1 1,0 0-1,-1 0 1,-1-1 0,0 0-1,0 0 1,1-17 0,-4 24 21,-1 0 1,1 0 0,-1 0-1,-1 0 1,0 0 0,1 0 0,-2 0-1,1 0 1,-1 1 0,0-1 0,-1 0-1,0 1 1,0-1 0,0 1-1,0 0 1,-1 0 0,0 1 0,-1-1-1,1 1 1,-1 0 0,0 0-1,0 0 1,-1 1 0,1-1 0,-1 1-1,0 1 1,0-1 0,-9-3 0,7 4-68,-1-1 0,0 2 0,0-1 0,0 2 0,0-1 0,0 1 0,0 0 0,0 1 0,0 0 0,-1 0 0,1 1 0,0 1 0,-12 2 0,-26 9-89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5.4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0 17004,'-2'1'102,"0"0"1,0-1 0,1 1-1,-1 0 1,0 0 0,1 0-1,-1 0 1,1 0 0,-1 1-1,1-1 1,0 0 0,-1 1-1,1-1 1,0 1 0,0-1-1,0 1 1,0 0 0,0-1-1,1 1 1,-1 0 0,0 0-1,1 0 1,-1-1-1,1 1 1,0 0 0,-1 0-1,1 0 1,0 0 0,0 2-1,-3 66 158,3-68-257,17 344 160,0 42 1107,-13-108-197,-4-277-1796,-3-11 359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5.8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 23525,'0'0'21,"0"0"0,0 0 0,0 0 0,0 0 0,0 0 0,-1-1 0,1 1 0,0 0 0,0 0 0,0 0 0,0 0 0,0 0 0,0 0 0,0 0 0,0 0 0,-1 0 0,1 0 0,0 0 0,0 0 0,0 0 0,0 0 0,0 0 0,0 0 0,0 0 0,0 0 0,0 1 0,-1-1 0,1 0 0,0 0 0,0 0 0,0 0 0,0 0 0,0 0 0,0 0 0,0 0 0,0 0 0,0 0 0,0 0 0,0 0 0,0 0 0,0 1 0,0-1-1,-1 0 1,1 0 0,0 0 0,0 0 0,0 0 0,0 0 0,0 0 0,0 0 0,0 0 0,0 1 0,0-1 0,0 0 0,0 0 0,0 0 0,0 0 0,0 0 0,0 0 0,0 0 0,1 0 0,-1 0 0,0 1 0,0-1 0,0 0 0,0 0 0,0 0 0,0 0 0,0 0 0,7 12 139,16 13-414,-3-15 246,0 0 0,1-1 0,0-1 1,0-1-1,1-1 0,37 5 0,20 7 22,46 17-8,124 54 1,-189-63-6,-1 2 0,-1 3 0,-2 2 0,54 42 0,-102-69-2,1 1 0,-1 0-1,0 0 1,-1 1 0,0 0-1,0 0 1,0 1 0,-1 0-1,-1 0 1,1 1 0,4 13-1,-8-18 3,-1-1-1,-1 1 0,1 0 0,-1 0 1,0-1-1,0 1 0,0 0 1,0 0-1,-1-1 0,0 1 0,0 0 1,0-1-1,-1 1 0,1-1 1,-1 1-1,0-1 0,0 0 0,-1 0 1,1 0-1,-1 0 0,0 0 1,0 0-1,0-1 0,-1 0 0,1 1 1,-1-1-1,-8 5 0,-12 9 32,-1-1 0,-1-2 0,-1 0 0,0-2-1,-1 0 1,-36 9 0,-187 38 308,202-49-255,-147 26 284,-114 26 260,281-52-831,19-3-65,11-2-322,33 3 169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6.4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97 1 3041,'-30'99'112,"27"-90"599,0 0 0,-1-1 1,0 1-1,-10 13 0,-1 5 3525,11-19-2569,-12 35 3531,16-41-4933,-1-1-1,1 1 1,-1 0-1,1 0 1,-1-1 0,1 1-1,0 0 1,0 0-1,0 0 1,0-1 0,0 1-1,0 0 1,1 0 0,-1-1-1,1 1 1,-1 0-1,1 0 1,-1-1 0,3 4-1,-2-5-202,0 1 0,0-1 0,0 0 0,0 1 0,0-1 1,0 0-1,0 0 0,1 0 0,-1 0 0,0 0 0,0 0 0,0 0 0,0 0 0,0 0 0,0-1 0,1 1 0,-1 0 0,0-1 0,0 1 0,0-1 0,0 1 0,0-1 0,0 1 0,0-1 0,0 0 0,1-1 1,29-23 64,-27 22-53,19-17-26,-11 8-44,1 1 0,0 0-1,0 1 1,1 1 0,0 0 0,1 1 0,25-10-1,-38 17-5,1 1 0,-1-1-1,1 1 1,-1 0 0,1 0-1,-1 1 1,1-1-1,-1 0 1,1 1 0,-1-1-1,0 1 1,1 0 0,-1 0-1,0 0 1,1 0 0,-1 0-1,0 0 1,0 1 0,2 1-1,36 36 38,-30-28 0,7 8 18,-3-3 124,1 0 0,0-1 0,1-1 0,34 23 0,-45-34-180,-1 0-1,1-1 1,0 0-1,0 0 1,0 0-1,0 0 1,0-1 0,1 0-1,-1 0 1,0 0-1,1-1 1,-1 0-1,0 0 1,1 0-1,-1-1 1,0 0-1,1 0 1,-1 0-1,0 0 1,0-1 0,0 0-1,0 0 1,0-1-1,0 1 1,4-4-1,14-15-150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0.6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 19388,'-2'3'1534,"4"14"-990,8 34-831,-3-18 367,26 182-54,-10 1 0,-4 266 0,-20-404 103,4 127 1083,0-168-816,1 0 0,2-1 0,16 54 1,-20-83-510,-3-10-459,-6-17-656,-5-10 427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1.1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165 28 17668,'-34'-28'5412,"107"62"-5428,161 81-35,58 70 63,8 5 8,-258-166-11,76 45 10,-109-62-16,0-1 0,0 2 0,-1-1 0,0 1 0,0 0 0,0 1 0,-1 0 0,-1 0 0,8 13 1,-13-19-1,0 0 0,1 1 0,-1-1 0,-1 1 0,1-1 0,0 0 0,-1 1 0,0-1 0,0 1 0,0 0 0,0-1 0,0 1 0,-1-1 0,1 0 1,-1 1-1,0-1 0,0 1 0,0-1 0,-1 0 0,1 0 0,-1 0 0,0 0 0,0 0 0,0 0 0,0 0 0,-4 3 0,-3 3 7,0 0-1,-1-1 0,0 0 1,0 0-1,-1-2 0,-13 8 1,-63 27 92,-144 46-1,76-32 100,111-38-135,-278 121 605,288-120-632,0 1 1,2 1-1,1 2 0,0 2 1,2 0-1,1 2 1,-27 31-1,48-49-130,0 1 0,0-1 0,1 1 1,1 0-1,-1 1 0,1-1 0,1 1 0,0 0 1,-4 12-1,4 18-296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7.1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0 224 15683,'2'-10'677,"2"-13"648,1 1 0,1-1 0,16-38 0,-19 55-1217,0 1-1,0-1 1,0 1 0,0 0-1,1 0 1,0 0-1,0 0 1,0 1-1,1 0 1,-1 0 0,1 0-1,0 0 1,0 1-1,1-1 1,-1 1-1,1 1 1,-1-1 0,1 1-1,10-3 1,-15 5-79,0 0 0,0 0 0,0 0 0,0 0 0,0 0 0,0 0 0,0 0 0,0 0 0,0 0 0,0 0 0,0 1 0,0-1 0,0 0 0,0 1 0,0-1 0,0 1 0,0-1 0,-1 1 0,1-1 0,0 1 0,0-1 0,-1 1 0,1 0 0,0 0-1,0-1 1,-1 1 0,1 0 0,-1 0 0,1 0 0,-1 0 0,1 0 0,-1-1 0,1 3 0,7 37 434,-7-31-346,7 72 706,-7-56-565,1 1 1,1 0-1,2-1 0,10 37 0,-14-61-251,-1 0 0,0 0 1,1 1-1,-1-1 0,1 0 0,0 0 0,-1 0 0,1 0 0,0 0 0,-1 0 1,1 0-1,0 0 0,0 0 0,0 0 0,0-1 0,0 1 0,0 0 0,0 0 1,0-1-1,0 1 0,1-1 0,-1 1 0,0-1 0,2 1 0,0-1 2,-1 0 0,0 0 1,0-1-1,0 1 0,1-1 0,-1 1 0,0-1 0,0 0 0,0 0 0,0 0 0,0 0 0,0 0 0,2-1 1,6-6 20,1-1 1,-1 0 0,14-17 0,-20 22-26,1-2-3,0 0 1,1 1-1,-1-1 1,1 1-1,0 0 1,1 1 0,-1-1-1,13-5 1,-16 9-7,0 0 1,1 1 0,-1-1 0,0 1-1,0 0 1,0 0 0,1 0-1,-1 0 1,0 1 0,0-1 0,0 1-1,1 0 1,-1 0 0,0 0-1,0 0 1,0 1 0,-1-1-1,1 1 1,0-1 0,0 1 0,-1 0-1,1 0 1,3 5 0,123 102 163,-102-90-87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7.9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470 217 15259,'-23'-32'5295,"3"2"-2715,12 15-2148,0 1-1,0 0 1,-1 0-1,-1 1 1,0 0-1,-1 1 0,-22-21 1,29 30-393,0 0-1,0 1 1,0-1 0,0 1-1,0 0 1,0 0 0,0 0 0,-1 0-1,1 1 1,-1-1 0,1 1-1,-1 0 1,0 1 0,1-1 0,-1 1-1,0 0 1,0 0 0,1 1-1,-1-1 1,0 1 0,1 0 0,-1 0-1,1 1 1,-1-1 0,1 1-1,-1 0 1,1 0 0,0 0 0,0 1-1,0 0 1,-5 4 0,0 1-37,1 0 1,0 1 0,0 0 0,1 0-1,0 1 1,0 0 0,1 0 0,0 0-1,-5 17 1,-5 13 2,-11 52 0,22-76-5,1-1 1,-14 49 85,-14 100 0,30-147-67,0 0 0,1 0 0,1 1 0,0-1 0,2 0 0,0 0-1,0 0 1,2 0 0,0 0 0,1-1 0,9 21 0,-10-29 2,1 0-1,1-1 1,-1 1-1,1-1 1,0 0-1,0-1 1,1 0-1,0 0 1,0 0 0,1-1-1,0 0 1,-1 0-1,2 0 1,-1-2-1,0 1 1,1-1-1,0 0 1,0 0 0,0-1-1,0-1 1,0 1-1,0-1 1,10-1-1,16 0-291,-1-2-1,1-1 1,-1-1-1,60-17 1,-29 2-1136,-16 0 509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8.2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1 24117,'-13'22'744,"12"-3"393,4 6-1121,13 14-192,5 4-73,5 3-47,2 3-8,-1 0 128,-2-2 104,-7 1 88,-5-3 24,-8-7-24,-2-3 8,-6-13 56,-4-7-296,-8-15-1904,-8-7 1456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8.6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174 0 24045,'-1'1'113,"0"-1"0,0 1-1,0-1 1,0 1 0,0 0 0,0 0 0,0-1-1,0 1 1,0 0 0,0 0 0,0 0 0,0 0-1,1 0 1,-1 0 0,0 0 0,1 0-1,-1 0 1,1 0 0,-1 1 0,1-1 0,0 0-1,-1 0 1,1 0 0,0 1 0,0-1 0,0 3-1,0-1-80,1 0 0,0 0-1,0 0 1,0 0 0,0 0 0,0 0-1,1 0 1,-1-1 0,1 1-1,3 4 1,1 1-153,1-1 0,-1 0 0,2 0 0,-1 0 0,1-1 0,11 8 0,26 7-78,70 25 0,-84-37 206,-1 3 0,0 0 0,-1 2 1,0 1-1,-2 1 0,39 29 0,-45-26-10,-1 1 0,0 1 0,-2 1-1,-1 0 1,23 38 0,-32-45 3,0 0 0,-1 0 0,0 0 0,-1 1 0,-1 0 0,0 0 0,-1 1-1,-1-1 1,-1 1 0,1 26 0,-3-36 6,-1 1-1,0-1 0,0 0 1,0 0-1,-1 0 0,0 0 1,-1 0-1,1 0 1,-1 0-1,-1-1 0,1 1 1,-1-1-1,0 0 0,-1 0 1,-5 6-1,2-4-1,-1-1 0,1-1 0,-1 1-1,0-2 1,-1 1 0,1-1 0,-1 0 0,0-1 0,-14 4 0,-10 0-61,0-1-1,-1-2 1,0-1 0,0-2 0,-44-2 0,28-1-132,1-1 0,0-3 0,0-2 1,1-3-1,-76-23 0,89 16-931,23 4 308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9.1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16684,'16'16'1784,"5"9"1337,-11-1-2473,6 17-656,1 7 0,-3 10-8,3 5 0,-4 6 16,2 0 0,-5 1 72,-1-5 112,-3-8 208,0-8 16,-6-14-80,0-8-72,-4-17-304,-7-10-304,-2-25 216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9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39 144 16323,'-20'-30'1785,"9"13"927,4 0-287,14 3-817,9 0-479,23-2-449,11 1-368,17 3-104,1 3-40,12 9-72,-1 3-24,1 9-64,2 6-8,-19 3-72,-8-1-296,-25-5-1105,-11-6 969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9.5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 27454,'31'10'592,"9"-41"120,15 33-944,28-2-208,4-5 208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31.4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813 140 19284,'-7'-11'381,"-1"0"0,1 1 1,-2 0-1,1 1 0,-1 0 0,-1 0 0,0 1 0,0 0 1,0 1-1,-1 0 0,0 1 0,0 0 0,-1 0 1,-19-5-1,20 8-311,0 0 1,1 1-1,-1 0 1,0 1 0,0 1-1,0 0 1,0 0-1,0 1 1,0 0 0,0 1-1,0 0 1,1 1-1,-1 0 1,1 1 0,0 0-1,0 0 1,-14 9-1,-2 4-52,1 2 0,0 1 1,2 1-1,0 1 0,-28 35 0,6 0 56,-45 77-1,69-102 19,3 2-1,0 0 0,2 1 0,2 0 1,1 1-1,-14 68 0,25-90-62,-1 0 0,2 0-1,0 1 1,1-1 0,0 0 0,1 0-1,0 0 1,2 1 0,-1-2-1,2 1 1,0 0 0,0-1 0,2 1-1,-1-1 1,2-1 0,-1 1 0,2-1-1,0 0 1,0-1 0,1 1 0,16 14-1,-7-11-18,1-1 0,0 0 0,1-2-1,1 0 1,0-1 0,0-1 0,1-1 0,1-1-1,-1-1 1,1-1 0,0-1 0,25 2-1,-21-4 4,0-1 0,0-1 0,-1-2-1,1 0 1,0-2 0,0-1-1,-1-1 1,0-1 0,0-2-1,35-14 1,-41 12-43,0-1 0,-1-1 0,0 0 0,-1-2 0,0 0 0,-1-1 0,-1-1 0,0 0 0,-1-1 0,-1-1 0,-1 0 0,0-1-1,-1-1 1,-2 0 0,0 0 0,-1-1 0,0 0 0,-2-1 0,-1 1 0,6-40 0,-7 29 44,-2-1 0,-1 1-1,-2 0 1,-1-1 0,-1 1-1,-2 0 1,-1 0 0,-2 0-1,-1 1 1,-1 0 0,-2 0-1,-1 1 1,-1 0 0,-18-27 0,24 44 23,-1 2 1,0-1 0,-1 1 0,0 0-1,-1 1 1,0 0 0,-1 1 0,-17-13-1,23 19-27,1 0 0,-1 1 0,0-1 0,0 1-1,0 0 1,0 1 0,-1-1 0,1 1-1,0 0 1,-1 0 0,1 0 0,-1 1-1,1 0 1,-1 0 0,1 1 0,0-1 0,-1 1-1,1 0 1,-1 0 0,1 1 0,0 0-1,0 0 1,0 0 0,-8 5 0,-2 3 1,1 1 1,1 1-1,0 0 1,0 0 0,1 1-1,1 1 1,0 0-1,1 1 1,0 0 0,1 0-1,1 1 1,-9 23-1,6-9 2,1 1-1,1 0 0,2 1 1,1-1-1,1 1 1,0 34-1,4-38 11,2 0-1,1 0 1,2 0 0,0-1-1,2 0 1,1 0-1,1 0 1,1-1 0,2 0-1,0 0 1,2-1-1,0-1 1,2 0 0,1-1-1,0-1 1,2 0 0,1-2-1,0 0 1,2-1-1,0 0 1,1-2 0,0-1-1,38 20 1,-26-15 123,1-2-1,1-2 1,0-1 0,2-2 0,51 13 0,-19-14 260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31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0 22437,'-4'9'744,"-2"6"416,6 24-1104,3 15 0,3 32-32,8 14-40,1 14 104,2 2 64,5-10 56,1-8 32,3-22-72,-4-13-56,-7-24 48,-5-11-168,-10-25-408,-6-13-856,-10-32 584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32.2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62 278 12219,'-7'-19'639,"5"11"-91,0 1 0,0 0 0,-1 0 0,0 0 0,0 0 0,-1 0-1,0 1 1,0-1 0,-1 1 0,-7-9 0,11 15-473,1 0 0,0 0 0,-1 0 0,1 0 0,0 0-1,-1 0 1,1 0 0,0 0 0,-1 0 0,1 0 0,0 0 0,-1 0-1,1 0 1,0 0 0,-1 0 0,1 0 0,0 1 0,0-1 0,-1 0-1,1 0 1,0 0 0,-1 0 0,1 1 0,0-1 0,0 0-1,-1 0 1,1 0 0,0 1 0,0-1 0,0 0 0,-1 1 0,1-1-1,0 0 1,0 0 0,0 1 0,0-1 0,0 0 0,0 1-1,-1-1 1,1 0 0,0 1 0,0-1 0,0 0 0,0 1 0,0-1-1,0 0 1,0 1 0,0-1 0,1 0 0,-1 1 0,-1 18 1438,3-14-1374,0 0-1,-1-1 1,1 0 0,0 1 0,1-1-1,-1 0 1,1 0 0,0 0 0,0 0-1,0-1 1,1 1 0,-1-1 0,1 0-1,0 0 1,0 0 0,0 0 0,0-1-1,0 1 1,1-1 0,-1 0 0,1-1-1,-1 1 1,1-1 0,0 0 0,5 1-1,8 2-27,-1-2 0,1 0-1,0-1 1,0-1 0,28-2-1,-24-2-81,-1 0 0,0-1-1,0-1 1,0-1 0,0-1 0,-1-1-1,26-15 1,12-12-15,54-46 0,-4 3 22,-104 76-37,1-1 0,0 1-1,1 0 1,-1 0 0,0 1 0,1 0 0,-1 0 0,1 0-1,10-2 1,-14 4 0,-1 0-1,1 0 1,-1 0 0,0 0-1,1 1 1,-1-1-1,0 0 1,1 1 0,-1-1-1,0 1 1,1 0-1,-1-1 1,0 1 0,0 0-1,0 0 1,1-1-1,0 3 1,0-1 0,0 1-1,0 0 1,0-1 0,-1 1-1,1 0 1,-1 0-1,0 0 1,0 0 0,0 0-1,1 5 1,7 53 43,-3 0 1,-3 1-1,-8 113 1,1-63 60,4 1 14,0-29-17,-11 99-1,10-173-14,-1 0-1,0 0 0,0 0 1,-1 0-1,0-1 0,0 1 0,-1-1 1,-11 18-1,-13 11 245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34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21 709 15843,'-21'16'11249,"35"-35"-10450,31-28-445,2 1 0,73-53 0,-52 44-283,41-34-78,4 5 1,159-91 0,-235 153-16,-20 12-56,-1 0-1,1 1 1,32-11 0,-68 27-669,11-3 535,1-1-1,-1 0 1,0-1-1,0 0 1,-8 1-1,15-2 100,-1-1 0,1 0 0,0 0 0,-1 0 0,1 0 0,-1 0 0,1-1 0,0 1 0,-1 0-1,1-1 1,-1 1 0,1-1 0,0 1 0,0-1 0,-1 1 0,1-1 0,0 0 0,0 0 0,0 0-1,0 1 1,0-1 0,0 0 0,0-1 0,0 1 0,0 0 0,0 0 0,0 0 0,1 0 0,-1-1-1,1 1 1,-1 0 0,1-1 0,-1 1 0,1 0 0,-1-3 0,-1-12-2918,2 5-1723,0 3 1805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34.7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258 63 5601,'1'-1'592,"-1"-1"0,0 0 0,0 0-1,0 0 1,0 0 0,0 1 0,-1-1 0,1 0-1,0 0 1,-1 0 0,1 1 0,-1-1 0,0 0-1,0 1 1,1-1 0,-1 0 0,0 1 0,0-1-1,-1 1 1,1-1 0,0 1 0,0 0-1,-3-2 1,1 0-173,-1 1 0,0 0-1,-1 0 1,1 0 0,0 0-1,0 1 1,-1-1 0,1 1-1,-7-1 1,-2 1-148,1 0 0,-1 0 0,0 1 0,1 1 0,-1 0 0,-17 4 0,24-3-87,-1 1 0,1-1 0,0 1 0,0 0 1,0 0-1,0 1 0,-9 7 0,13-9-161,-1 0 0,1 0 1,0 0-1,0 0 1,0 1-1,0-1 0,0 0 1,1 1-1,-1 0 0,1-1 1,-1 1-1,1 0 0,0 0 1,0 0-1,0 0 1,0 0-1,1 0 0,-1 6 1,1-8-19,1 1 1,-1-1-1,1 1 1,-1 0-1,1-1 1,0 1-1,0-1 1,0 0-1,-1 1 1,1-1-1,1 0 1,-1 1-1,0-1 1,0 0-1,0 0 1,1 0-1,-1 0 1,0 0-1,1 0 1,-1 0 0,1-1-1,-1 1 1,1 0-1,-1-1 1,1 1-1,1-1 1,50 10 217,-43-9-178,35 5 124,121 21 81,-149-23-250,1 1-1,-1 1 0,0 0 1,0 1-1,-1 1 0,30 20 1,-35-15-12,-17-6 15,-22-2 26,-26-6 27,0-3 0,1-1 1,-1-3-1,-85-25 0,134 31-188,7 1 45,11 1-62,28 4-7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3.1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503 315 18524,'-1'-13'88,"1"0"0,0 0 0,0 1 0,2-1-1,-1 0 1,6-19 0,-3 15-56,-1 1-1,1-35 0,-4 38 238,-1 0-1,0 0 1,-1 0-1,-4-17 0,5 28-204,1 0-1,0 0 0,-1 1 0,1-1 0,-1 0 1,0 0-1,0 0 0,1 1 0,-1-1 0,0 0 1,-1 1-1,1-1 0,0 1 0,0-1 0,-1 1 1,1 0-1,0 0 0,-1-1 0,1 1 0,-1 0 0,0 0 1,1 0-1,-1 1 0,0-1 0,0 0 0,0 1 1,1-1-1,-1 1 0,0-1 0,0 1 0,0 0 1,0 0-1,0 0 0,0 0 0,0 0 0,0 0 0,1 1 1,-1-1-1,0 0 0,-2 2 0,-4 1-22,-1 2 0,1-1 0,0 1 0,0 0 0,0 1 0,1 0 0,0 0 0,-11 13 0,-51 67 90,53-64-76,-25 33 74,-8 8 3,2 2-1,3 2 0,-41 87 1,81-146-62,1 0 1,0 1-1,0 0 1,1 0-1,0 0 1,1 0-1,0 0 1,0 10-1,1-14-13,0-1 0,1 1 0,0 0 0,0 0-1,0-1 1,1 1 0,-1 0 0,1-1 0,0 0 0,0 1 0,1-1-1,-1 0 1,1 0 0,0 0 0,0-1 0,1 1 0,4 4 0,5 2 42,1-1 0,0 0 0,0 0 0,1-2 0,1 0 1,-1 0-1,1-1 0,29 6 0,-2-3-46,1-2 1,52 2-1,-57-8-479,1-1 0,-1-3 0,0-1-1,0-2 1,62-17 0,-13-4-658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3.4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25301,'5'15'328,"8"16"-328,2 9-32,9 10 32,-2 2-8,-1-2-144,-2-2-24,-4-8-80,-4-5-216,-5-12-248,-6-9-584,-6-15 656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3.7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1 20796,'2'1'149,"1"1"-1,0 0 0,-1-1 1,0 1-1,1 1 0,-1-1 1,0 0-1,0 0 0,0 1 0,0-1 1,-1 1-1,1 0 0,-1-1 1,1 1-1,1 6 0,7 9-29,33 37-98,2-2 0,3-1 0,2-3 0,63 47 1,76 76 13,-188-171-35,11 11 8,0 1-1,-1 0 0,0 1 1,14 25-1,-23-36-2,0-1 0,-1 1 0,0 0 0,0-1 0,1 1 0,-2 0 0,1 0 0,0 0 0,0 0 0,-1 0 0,0 0 0,0 0 0,0 0 0,0 0 0,0 0 0,0 0 0,-1 0 0,1 0 0,-1 0 0,0 0 0,0 0 0,0 0-1,-1 0 1,1-1 0,0 1 0,-1 0 0,0-1 0,0 0 0,1 1 0,-2-1 0,1 0 0,0 0 0,0 0 0,-1 0 0,-2 2 0,-10 5 19,-1-1 0,1-1 0,-1 0 1,0-1-1,-1-1 0,0 0 0,-28 3 0,-127 8 37,154-15-56,-81 0 46,-28 2-1110,113 1-130,16 6 382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4.1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15059,'0'20'74,"1"0"0,1 0-1,1-1 1,0 1 0,2-1-1,0 0 1,13 33 0,69 124 416,-70-145-160,13 25 388,5 4 1252,-4 2-1,36 100 1,-66-160-1940,0 0 0,0 0 1,0 0-1,-1 0 0,1 0 1,-1 1-1,0-1 0,0 0 1,0 0-1,0 1 0,0-1 1,0 0-1,0 0 0,-1 0 1,1 1-1,-1-1 0,0 0 1,-1 4-1,1-6-40,1 0 0,0 1 1,-1-1-1,1 0 0,0 0 0,-1 0 1,1 1-1,-1-1 0,1 0 0,0 0 0,-1 0 1,1 0-1,-1 0 0,1 0 0,-1 0 1,1 0-1,0 0 0,-1 0 0,1 0 0,-1 0 1,1 0-1,-1 0 0,1 0 0,0 0 1,-1-1-1,1 1 0,-1 0 0,1 0 0,0 0 1,-1-1-1,0 1 0,-19-24-1140,-1-16-1371,-1-10 741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4.2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80 11690,'3'-7'3233,"6"2"992,10 4-1784,11-1-505,8 1-608,8-1-391,8-2-409,2 0-152,3-4-280,2-1-208,-12-4-841,-10 0-759,-35 2 800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24.4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23725,'49'11'1088,"34"-5"409,19 0-801,23-7-176,1-5-464,-3-2-8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44.4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32 16436,'-9'-4'1403,"-11"-7"2692,20 11-4046,0 0 1,0 0-1,-1 0 0,1-1 0,0 1 1,0 0-1,0 0 0,-1 0 0,1 0 0,0 0 1,0-1-1,0 1 0,-1 0 0,1 0 1,0 0-1,0-1 0,0 1 0,0 0 1,0 0-1,0 0 0,-1-1 0,1 1 0,0 0 1,0 0-1,0-1 0,0 1 0,0 0 1,0 0-1,0-1 0,0 1 0,0 0 0,0 0 1,0-1-1,0 1 0,0 0 0,0 0 1,0-1-1,1 1 0,-1 0 0,0 0 1,0-1-1,0 1 0,0 0 0,0 0 0,1 0 1,-1-1-1,0 1 0,0 0 0,0 0 1,0 0-1,1 0 0,-1 0 0,0-1 0,0 1 1,0 0-1,1 0 0,-1 0 0,1 0 1,-1 0 29,0-1 1,0 1 0,0 0 0,0 0-1,0 0 1,0-1 0,0 1-1,0 0 1,0 0 0,0 0 0,0-1-1,-1 1 1,1 0 0,0 0 0,0 0-1,0 0 1,0-1 0,0 1 0,0 0-1,0 0 1,0 0 0,-1 0-1,1-1 1,0 1 0,0 0 0,0 0-1,0 0 1,0 0 0,-1 0 0,1 0-1,0 0 1,0 0 0,0-1 0,-1 1-1,1 0 1,0 0 0,0 0-1,0 0 1,-1 0 0,1 0 0,0 0-1,0 0 1,0 0 0,-1 0 0,1 0-1,0 0 1,0 0 0,0 0-1,0 1 1,-1-1 0,1 0 0,0 0-1,0 0 1,-1 0 0,-3 2 58,9 5 177,13 3-251,0-1 0,0 0 0,1-1 0,1-1 0,-1-1 0,1-1 0,32 5 0,17 5-17,292 98 37,-277-80-55,-1 3-1,92 57 0,-193-106-324,-67-44-276,25 23-3532,21 17 2100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2:45.7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54 165 2689,'-35'10'7905,"16"-5"6066,47-12-13379,0 0 0,-1-2 1,0-1-1,47-26 0,-10 6-481,112-50-43,-207 121-223,11-11 187,-22 26 4,-44 80 0,-2 5-4,11-16 121,76-216 966,4 20-1032,-1 41 87,-1 1 0,-7-58-1,-1 134-414,9-9 228,0-1-1,3 1 1,1-1 0,22 71-1,-94-396 401,65 284-385,1 0 1,-1 0-1,0 0 1,0 0-1,-1 0 0,1 1 1,-1-1-1,1 0 1,-5-5-1,8 16-156,9 15 59,11-4 73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3:05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213 110 10746,'-2'-1'175,"0"1"-1,0-1 0,1 1 1,-1-1-1,0 1 1,0-1-1,0 1 0,0 0 1,0 0-1,0 0 1,0 0-1,1 0 0,-1 0 1,0 1-1,0-1 0,0 1 1,0-1-1,0 1 1,1 0-1,-1-1 0,0 1 1,1 0-1,-1 0 0,-1 2 1,2-1 66,0 1 0,1-1 1,-1 0-1,1 1 0,0-1 0,-1 1 1,1 0-1,1-1 0,-1 1 0,0-1 1,0 1-1,1-1 0,0 1 0,-1-1 1,1 0-1,0 1 0,0-1 0,2 3 1,17 50 738,-3 0 0,-2 1 0,-3 1 0,7 76 0,-2 235 314,-13-185-348,-2-148-861,0-10-26,-1-1 0,-2 0 0,0 0 0,-7 40 0,-25 33 574,29-80-596,2-12-12,1 0-1,0 0 1,0 0-1,0 0 1,0 0-1,1 0 1,0 0-1,0 1 1,0-1-1,1 0 0,0 0 1,0 0-1,0 0 1,2 6-1,-1-9 18,1 0-1,-1 0 1,0 0 0,1 0-1,-1 0 1,1-1-1,-1 1 1,1-1-1,0 0 1,-1 1-1,1-1 1,0 0 0,0-1-1,0 1 1,0 0-1,0-1 1,0 0-1,0 1 1,4-2-1,62-5 170,-60 5-127,264-24 246,-95 12-180,395 1 84,-345 15-145,150 12 111,-99 0-131,622-17 189,-424-8-204,30-1 29,208 17-11,-108 6-17,16-11-18,93-4 6,133 1-11,-667 5-31,326-23 29,-51 0-8,-211 30-36,-131-3 28,140-9-1,-184-2 1,-36 3-6,1-1 0,0-2 0,-1-1 0,36-11 0,-68 14-5,1 0 0,0-1 0,-1 1 1,0-1-1,1 0 0,-1 0 1,0 0-1,-1 0 0,1 0 0,0 0 1,-1-1-1,0 0 0,0 1 1,0-1-1,0 0 0,0 0 0,-1 0 1,0 0-1,0 0 0,1-7 0,3-15 2,-1 1-1,0-30 0,-4 42-7,3-76-13,-18-171 1,-41-85-40,11 61 0,45 283 54,0 0 0,0 1 0,-1-1 1,1 0-1,-1 1 0,1-1 0,0 0 0,-1 1 0,1-1 1,-1 1-1,0-1 0,1 1 0,-1-1 0,1 1 0,-1-1 1,0 1-1,1-1 0,-1 1 0,0 0 0,0-1 0,1 1 0,-1 0 1,0 0-1,0 0 0,1-1 0,-1 1 0,0 0 0,0 0 1,-1 0-1,-31 2-35,11 0 24,-283-25 3,-144-4-8,-345 36 3,193 0 6,-170-69 19,81 1 0,493 57-9,-521-25 4,105 1-11,386 21 4,-83-1-12,-378 41 0,-114 58-1,-152-6 28,874-83-7,0-2-1,-1-5 0,-117-17 1,-382-74 10,196 30 156,309 52 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3:0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520 296 19668,'0'0'33,"0"1"-1,0-1 0,0 0 1,0 0-1,0 0 1,0 0-1,0 0 0,1 0 1,-1 0-1,0 0 1,0 0-1,0 0 1,0 0-1,0 0 0,0 0 1,0 0-1,0 0 1,0 0-1,0 0 0,1 0 1,-1 0-1,0 0 1,0 0-1,0 0 0,0 0 1,0 0-1,0 0 1,0 0-1,0 0 0,0-1 1,0 1-1,0 0 1,1 0-1,-1 0 1,0 0-1,0 0 0,0 0 1,0 0-1,0 0 1,0 0-1,0 0 0,0 0 1,0 0-1,0-1 1,0 1-1,0 0 0,0 0 1,0 0-1,0 0 1,0 0-1,0 0 0,0 0 1,0 0-1,0 0 1,0 0-1,0-1 1,0 1-1,0 0 0,0 0 1,0 0-1,7 12 368,4 21-334,-10 4 369,-2 0 0,-2 0 0,-1 1 0,-15 60 0,7-35-13,-55 275 836,-13 76-297,76-391-931,3-14-12,0 1 1,0 0-1,-1-1 1,0 1-1,-1-1 1,0 0-1,-1 0 1,0 0-1,0 0 1,-8 11-1,12-20-12,-1 1 0,1-1 1,-1 1-1,0-1 0,0 1 0,1-1 0,-1 1 0,0-1 0,0 0 0,1 1 0,-1-1 0,0 0 0,0 0 0,0 0 0,0 1 0,1-1 0,-1 0 0,0 0 0,0 0 0,0-1 0,0 1 0,0 0 0,1 0 0,-1 0 0,0 0 0,0-1 0,0 1 0,1 0 0,-1-1 0,0 1 0,0-1 0,1 1 0,-1-1 0,0 1 0,1-1 0,-1 0 0,0 1 0,1-1 0,-1 0 0,1 1 0,-1-2 0,-22-32-172,22 33 157,-11-23-212,1 0 0,2-1 0,0 0 0,1-1 0,-5-35 1,-12-140-409,19 140 478,2 21 75,-19-227-311,21 204 520,2-1 0,11-75 0,-9 132-48,-1 0 0,2-1-1,-1 1 1,1 0-1,0 1 1,0-1 0,1 0-1,0 1 1,0 0-1,0 0 1,1 0 0,0 1-1,0-1 1,0 1 0,1 0-1,0 1 1,0-1-1,0 1 1,0 0 0,14-5-1,-10 4-36,1 1 1,0 0-1,-1 1 0,1 0 1,0 0-1,0 1 0,1 1 0,-1 0 1,0 1-1,1 0 0,-1 0 0,0 1 1,12 3-1,17 6 54,1-1 1,0-2-1,0-3 1,0 0-1,1-3 1,-1-2 0,73-10-1,-37 1-43,1 2 0,0 4 0,-1 3 1,1 4-1,87 13 0,370 13 392,-179-18-130,-226-2-159,0-6 0,225-24-1,-228 3-127,694-64 74,-367 79-4,678-39 325,-755-9-369,314-23-30,-240 73-26,331-21 40,-512-10-26,321-22 10,200 62-26,-506-1-1,-9 7 6,-81-2 2,-151-12-8,-18 0 2,1 1 0,33 5 0,-54-5-7,-1 0-1,1 1 0,0-1 0,-1 1 1,1 0-1,-1 1 0,1-1 0,-1 1 1,0 0-1,0 0 0,0 1 1,-1-1-1,1 1 0,-1 0 0,7 8 1,-7-3-5,1 1 0,-1-1 0,-1 1 0,0 0 0,0 0 0,-1 0 0,2 18 0,5 21 2,13 29 8,18 65-9,-5 2-1,14 149 1,-42-221 5,36 304 42,-43-355-57,-1-22 18,1 0 0,0 1 0,0-1 0,0 0 0,-1 0 0,1 0 0,0 0 0,0 0 0,-1 0 0,1 0 0,0 1 0,0-1 0,-1 0 0,1 0 0,0 0 0,0 0 0,-1 0-1,1 0 1,0 0 0,0 0 0,-1 0 0,1 0 0,0-1 0,0 1 0,-1 0 0,1 0 0,0 0 0,0 0 0,0 0 0,-1 0 0,1 0 0,0-1 0,0 1 0,0 0 0,-1 0 0,1 0 0,0-1 0,0 1-1,0 0 1,-1-1 0,-29-37 15,15 16-14,-3 6-7,0 1 1,-1 1 0,0 1-1,-1 0 1,0 1-1,-1 2 1,0 0-1,-1 1 1,0 1 0,-1 1-1,1 1 1,-30-4-1,-13 1-10,-1 3-1,-1 2 0,-71 7 1,-302 42-2,39-2 20,-566-5 32,797-33-28,-824-11 33,690-1-8,-799-46 7,-277-3-26,1026 56-4,-226 3-1,4 32 64,329-4-46,-292 17 16,324-46-21,-243 34 1,391-29-8,0-3 0,-1-2 0,1-3 0,0-4 1,-78-14-1,129 16-15,-258-33-204,229 33 196,0 2 1,1 2-1,-1 1 0,-50 11 1,24 2 493,4-5-224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1.1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401 106 8882,'1'-4'673,"-1"0"0,1-1-1,-2 1 1,1-1 0,0 1 0,-1 0 0,0 0 0,0-1 0,0 1 0,0 0-1,-1 0 1,1 0 0,-1 0 0,-4-7 0,3 8-498,0 0 1,0 0-1,0 0 1,-1 1-1,1-1 1,-1 1 0,1 0-1,-1 0 1,0 0-1,0 0 1,0 1-1,0-1 1,0 1-1,0 0 1,-7 0-1,0 0-149,0 0-1,-1 1 0,1 0 0,0 1 1,0 0-1,0 1 0,0 1 0,0-1 1,0 2-1,0 0 0,1 0 0,0 0 1,-13 9-1,-2 2-13,1 0 0,1 2 0,-42 40 0,63-56-9,1 0 1,-1 0-1,1 0 1,0 1-1,0-1 1,-1 0 0,1 1-1,0-1 1,0 0-1,1 1 1,-1-1-1,0 1 1,0 0-1,1-1 1,-1 1 0,1 0-1,-1-1 1,1 1-1,0 0 1,0 0-1,-1-1 1,1 1-1,1 0 1,-1-1-1,0 1 1,0 0 0,1 0-1,-1-1 1,0 1-1,1 0 1,0-1-1,-1 1 1,1-1-1,0 1 1,2 2 0,3 3 13,0-1 1,1 0 0,0-1-1,0 1 1,0-1 0,8 4-1,-1-1 9,260 144 277,-217-124-258,-56-27-44,7 2 4,-1 1 0,0 0 0,0 1-1,0 0 1,7 6 0,-13-10-3,0 0-1,-1-1 1,1 1 0,0 0 0,-1 0-1,1-1 1,-1 1 0,1 0 0,-1 0-1,0 0 1,1 0 0,-1 0 0,0 0 0,1 0-1,-1 0 1,0 0 0,0-1 0,0 1-1,0 0 1,0 0 0,0 2 0,-1-1 3,0-1 0,0 0 0,0 1 0,0-1 0,0 0 0,0 1 0,0-1 0,0 0 0,0 0 0,-1 0 0,1 0 0,-1 0 0,1 0 0,0 0 0,-1 0 0,1-1 0,-4 2 0,-17 5 42,-2 0 0,1-1 0,-1-1 0,0-2 0,0 0 0,-32-1 0,-34 5 141,150-14 630,279-44 508,-282 39-1292,0-2-1,-1-3 1,104-47-1,-144 57-14,-2-2 0,25-17 0,-36 25-16,-1-1 1,1 0 0,-1 0 0,1 0 0,-1 0 0,0 0-1,0 0 1,0-1 0,0 1 0,-1-1 0,1 0-1,-1 1 1,1-1 0,-1 0 0,0 0 0,0 0 0,0 0-1,0 1 1,-1-1 0,1-1 0,-1 1 0,0 0-1,0-3 1,0 5-2,-1 0 0,1 0 0,0 0 0,-1 0 0,0 0 1,1 0-1,-1 0 0,1 0 0,-1 0 0,0 0 0,0 0 0,0 0 0,1 0 0,-1 1 0,0-1 0,0 0 0,0 0 0,0 1 0,0-1 0,0 1 0,-1-1 0,1 1 0,0 0 0,0-1 0,0 1 1,0 0-1,0 0 0,-1 0 0,1 0 0,0 0 0,0 0 0,0 0 0,0 0 0,-1 0 0,1 0 0,0 1 0,0-1 0,0 1 0,-2 0 0,-3 1-17,1 0 0,-1 0 0,1 0 0,-1 1-1,1 0 1,-8 6 0,0 2 9,1 0 0,0 1 0,1 0 0,1 1 1,0 0-1,0 1 0,2 0 0,-15 29 0,23-40 18,-1-1-1,1 1 1,-1 0 0,1 0 0,0 0 0,0-1-1,0 1 1,1 0 0,-1 0 0,1 0 0,-1-1-1,1 1 1,0 0 0,0-1 0,0 1 0,0-1-1,1 1 1,-1-1 0,1 1 0,0-1 0,-1 0-1,1 0 1,0 0 0,0 0 0,0 0 0,1 0-1,-1 0 1,0-1 0,4 2 0,9 8 28,2-2 1,-1 0 0,23 8-1,-29-13-44,5 3-231,1-1 0,0-1 0,27 6 0,7-7-143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1.8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284 63 3569,'-35'-18'11715,"-25"-1"-5873,4 1-4006,53 17-1795,0 0-1,-1-1 1,1 1-1,-1 0 0,1 1 1,-1-1-1,0 1 1,1 0-1,-1-1 1,0 2-1,1-1 0,-1 0 1,0 1-1,1-1 1,-1 1-1,1 0 1,-1 0-1,1 1 0,0-1 1,-1 1-1,1 0 1,-5 3-1,4-1-3,0-1-1,0 1 1,0 0-1,1 0 0,0 1 1,-1-1-1,2 1 1,-1 0-1,0-1 1,1 1-1,0 0 1,0 1-1,-2 9 0,3-10-3,0 1 0,1-1 0,-1 0-1,1 1 1,0-1 0,0 1-1,1-1 1,-1 1 0,1-1-1,0 0 1,1 1 0,-1-1 0,5 8-1,-5-10-1,1 0 0,0 0 0,0-1 0,0 1 0,0-1 0,0 0 0,1 1 0,-1-1 0,0 0 0,1 0 0,0-1-1,0 1 1,-1 0 0,1-1 0,0 0 0,0 1 0,0-1 0,0 0 0,1-1 0,-1 1 0,0-1 0,0 1 0,0-1 0,4 0-1,-2-1 3,-1 1 0,0-1 0,0 0 0,0-1 0,0 1 0,0-1 0,0 0-1,0 0 1,0 0 0,-1 0 0,1-1 0,-1 1 0,0-1 0,1 0 0,-1 0-1,-1 0 1,1 0 0,0-1 0,3-5 0,30-28 10,-33 37-53,-1 0 0,0 1 0,0-1 0,0 1 0,0 0 1,1-1-1,-1 1 0,0 0 0,0 1 0,-1-1 0,1 0 0,0 0 1,0 1-1,-1-1 0,1 1 0,0 0 0,-1-1 0,3 4 1,15 12 34,18-5 45,-33-12-169,0 1 1,0 0 0,0 0-1,0 0 1,0 1-1,0 0 1,0-1-1,0 1 1,0 0 0,-1 1-1,1-1 1,-1 1-1,5 4 1,-2 2-505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2.8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234 41 10970,'0'-1'321,"1"-1"-1,-1 1 1,0-1 0,-1 1-1,1-1 1,0 1-1,0-1 1,-1 1-1,1-1 1,-1 1 0,1-1-1,-1 1 1,0-1-1,0 1 1,1 0-1,-1-1 1,0 1 0,0 0-1,0 0 1,0 0-1,0 0 1,-1 0-1,1 0 1,0 0 0,0 0-1,-3-1 1,0 1-132,1 0 1,-1 0 0,0 1-1,0-1 1,1 1 0,-1 0-1,0 0 1,0 0 0,0 0-1,-6 2 1,-7 2-224,-1 1 0,1 0 0,-27 14-1,42-18 19,-42 25 461,43-25-427,0-1-1,0 1 0,1-1 0,-1 1 0,1-1 1,-1 1-1,0 0 0,1-1 0,-1 1 0,1 0 1,-1 0-1,1-1 0,0 1 0,-1 0 1,1 0-1,0 0 0,0-1 0,-1 1 0,1 0 1,0 0-1,0 0 0,0 0 0,0 0 1,0 0-1,0-1 0,0 1 0,0 0 0,1 0 1,-1 0-1,0 0 0,0-1 0,1 1 1,-1 0-1,0 0 0,1 0 0,-1-1 0,1 1 1,-1 0-1,1-1 0,-1 1 0,1 0 0,0-1 1,-1 1-1,1-1 0,0 1 0,-1-1 1,1 1-1,0-1 0,0 0 0,0 1 0,-1-1 1,3 1-1,15 8 63,1-1 0,24 8 0,-29-12-68,0 1 0,1 1 1,-2 0-1,1 1 0,20 14 0,-33-21-9,0 1-1,0-1 1,-1 1-1,1 0 1,0-1-1,0 1 1,0 0-1,-1-1 1,1 1-1,0 0 1,-1 0-1,1 0 1,-1-1-1,1 1 1,-1 0-1,1 0 1,-1 0-1,1 0 1,-1 0-1,0 0 1,0 0-1,0 0 1,1 0-1,-1 0 1,0 0-1,0 0 0,0 0 1,0 0-1,-1 0 1,1 2-1,-1-1 7,-1-1 0,1 1 0,-1-1 0,1 1 0,-1-1 0,1 1 0,-1-1 0,0 0 0,0 1 0,1-1 0,-1 0 0,0 0 0,-4 1 0,-9 3 50,0-1 0,-29 5 0,41-8-59,-12 1 20,-47 11 25,59-13-45,0 1 1,1 0 0,-1 0 0,0 1 0,1-1 0,-1 0 0,1 1 0,-1 0 0,1-1 0,0 1 0,0 0 0,-1 0 0,1 0 0,1 1 0,-1-1 0,0 0 0,-2 5 0,4-6 5,0-1 1,-1 1 0,1-1-1,0 1 1,0 0 0,0-1-1,0 1 1,0 0-1,0-1 1,0 1 0,0-1-1,0 1 1,0 0 0,0-1-1,0 1 1,0-1-1,0 1 1,0 0 0,1-1-1,-1 1 1,0-1 0,1 1-1,-1-1 1,0 1-1,1 0 1,-1-1 0,0 0-1,1 1 1,-1-1 0,2 1-1,22 8 211,31-6 104,-53-3-313,55-4 87,0-3 0,0-3 0,0-2 0,90-32 1,-135 41-123,-14 9-119,-5 18 53,7-19 94,0-1 0,1 1 0,0 0 1,0 0-1,0-1 0,0 1 0,1-1 0,-1 1 0,1-1 0,1 0 0,-1 1 0,0-1 0,1 0 0,0 0 0,0-1 0,0 1 0,0-1 0,1 1 0,0-1 0,-1 0 1,1 0-1,0-1 0,0 1 0,8 3 0,-3-2 15,0 0 0,0-1 1,1 0-1,-1 0 1,1-1-1,-1 0 0,1 0 1,0-1-1,-1-1 0,1 0 1,13-1-1,-7-2-1,-1 0-1,1-1 1,-1-1 0,0-1-1,0 0 1,-1 0 0,18-12-1,-26 14-3,0 1-1,-1-1 0,1 0 1,-1 0-1,0-1 0,0 0 1,0 1-1,-1-2 0,0 1 1,0 0-1,0-1 0,0 0 1,-1 0-1,0 0 0,0 0 1,-1 0-1,0-1 0,0 1 1,2-13-1,-4 14 16,-1 0 0,1 1 1,-1-1-1,0 0 0,0 0 0,-1 1 0,1-1 0,-1 0 1,0 1-1,0 0 0,0-1 0,-1 1 0,0 0 0,0 0 0,0 1 1,0-1-1,0 0 0,-1 1 0,1 0 0,-1 0 0,0 0 1,0 0-1,0 1 0,-1 0 0,1-1 0,-9-2 0,-2-1-27,-1 1-1,1 0 0,-1 2 0,0-1 0,0 2 0,-29-2 1,31 4-96,0 0 1,-1 0 0,1 1 0,0 1 0,0 0 0,0 1 0,1 1 0,-1 0-1,1 1 1,0 0 0,0 1 0,-16 10 0,28-16-48,0 1 1,0-1-1,0 1 0,1 0 1,-1-1-1,0 1 1,0 0-1,0 0 0,1 0 1,-1 0-1,0-1 1,1 1-1,-1 0 0,0 0 1,1 0-1,0 0 0,-1 0 1,1 0-1,-1 0 1,1 1-1,0-1 0,0 0 1,0 0-1,0 0 1,0 0-1,0 0 0,0 0 1,0 0-1,0 1 0,0-1 1,1 1-1,16 16-1764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3.8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1 282 7442,'2'-1'5626,"11"-12"-3297,3-7-1070,-1-2 1,16-29 0,24-36 279,-50 80-1390,1 0 0,0 1 1,0 0-1,0 0 0,0 0 0,1 1 1,0 0-1,0 0 0,10-4 0,-17 9-137,1 0 0,0-1-1,-1 1 1,1 0 0,0 0-1,-1 0 1,1 0-1,0 0 1,-1 0 0,1 0-1,0 0 1,-1 0 0,1 0-1,-1 0 1,1 0-1,0 0 1,-1 0 0,1 1-1,0-1 1,-1 0 0,1 0-1,-1 1 1,1-1-1,-1 0 1,1 1 0,-1-1-1,1 1 1,-1-1 0,1 1-1,-1-1 1,1 1-1,-1-1 1,0 1 0,1-1-1,-1 1 1,0 0 0,1-1-1,-1 1 1,0-1-1,0 1 1,0 0 0,0-1-1,1 1 1,-1 0 0,0-1-1,0 1 1,-1 1-1,4 44 138,-3-25-26,0-16-77,1-1 1,0 1-1,0 0 1,0 0-1,1-1 1,-1 1-1,1-1 1,1 1-1,-1-1 1,0 0-1,1 0 1,0 0-1,0 0 1,0 0-1,0-1 1,1 1-1,-1-1 1,1 0-1,4 3 1,1-2 26,0 0 0,-1 0 0,1-1 1,1 0-1,-1-1 0,0 0 0,0 0 0,1-1 0,9 0 1,40 4-47,-34-1-59,0-2-1,0-1 0,0-1 0,0-1 1,-1-1-1,45-9 0,-21-5-554,63-29-1,30-11 106,-136 54 460,1 1 0,-1 0 1,0 1-1,0-1 1,0 1-1,1 0 1,-1 0-1,0 1 0,0-1 1,0 1-1,9 3 1,54 26-103,-58-24 99,1-1 0,-1 0 0,1 0 0,-1-1 0,1-1 0,0 0 0,18 3 0,-22-7-18,0 1 1,0-1-1,0 0 1,0-1 0,0 0-1,-1 0 1,1 0-1,0-1 1,-1 0-1,0 0 1,0 0 0,0-1-1,9-7 1,-13 9 61,0 1 1,0 0 0,-1-1-1,1 1 1,-1-1 0,1 0-1,-1 1 1,0-1 0,0 0-1,1 0 1,-1 0 0,0 0-1,-1 0 1,1 0 0,0 0 0,-1 0-1,1 0 1,-1 0 0,1 0-1,-1-1 1,0 1 0,0 0-1,0 0 1,0 0 0,0 0-1,-1-1 1,1 1 0,-1 0-1,1 0 1,-1 0 0,0 0-1,0 0 1,0 0 0,0 0-1,0 0 1,0 0 0,-1 1-1,1-1 1,0 0 0,-1 1-1,0-1 1,1 1 0,-1 0-1,0-1 1,1 1 0,-5-2-1,-3-3 64,0 1-1,-1 0 0,0 0 0,0 1 0,0 0 1,0 1-1,-1 0 0,0 0 0,1 2 0,-1-1 1,0 1-1,-16 1 0,19-1-69,0 2-1,1-1 1,-1 1 0,0 0-1,1 1 1,-1 0 0,1 0-1,-1 1 1,1-1 0,0 2 0,0-1-1,0 1 1,1 0 0,-1 0-1,1 1 1,0 0 0,0 0-1,-7 8 1,13-12 6,-1 0 1,0 0-1,1 0 0,-1 0 1,1 0-1,-1 0 0,1 0 1,0 0-1,0 0 0,-1 0 1,1 0-1,0 1 0,0-1 1,0 0-1,0 0 0,0 0 0,0 0 1,1 0-1,-1 0 0,0 0 1,0 0-1,1 0 0,-1 1 1,1-1-1,-1 0 0,1-1 1,-1 1-1,1 0 0,0 0 1,-1 0-1,1 0 0,0 0 0,0-1 1,-1 1-1,1 0 0,0 0 1,0-1-1,0 1 0,0-1 1,0 1-1,2 0 0,56 25 289,-34-16-287,-7 0-6,1-1 0,0-1 0,34 10 0,-44-16-7,0 0 0,0-1 0,0 0 1,0-1-1,0 0 0,1 0 0,-1-1 0,0 0 0,0 0 1,14-5-1,-21 6-20,0-1 0,-1 1 0,1 0 0,0 0 0,0 0 0,-1 0 1,1 0-1,0 0 0,0 0 0,-1 1 0,1-1 0,0 1 0,-1-1 0,1 1 1,0 0-1,-1-1 0,1 1 0,-1 0 0,0 0 0,1 0 0,-1 0 0,3 3 1,-3-3-176,0 0 0,1 1 0,-1-1 0,1 0 1,-1 0-1,1 0 0,0 0 0,-1-1 0,1 1 1,0 0-1,-1-1 0,1 1 0,0-1 1,0 0-1,-1 1 0,1-1 0,0 0 0,0 0 1,3 0-1,11-6-1059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4.0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85 0 17596,'-17'5'1320,"0"11"-16,2 8 209,1 14-929,3 13-168,5 18-128,2 8-72,8 11-136,4-1-8,5-8-8,2-1-360,3-14-3465,7-5 2529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4.5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30 16075,'-1'-1'203,"1"1"0,-1-1 0,1 0-1,0 0 1,-1 0 0,1 1 0,0-1-1,0 0 1,0 0 0,0 0-1,0 0 1,-1 0 0,2 1 0,-1-1-1,0 0 1,0 0 0,0 0-1,0 0 1,0 1 0,1-1 0,-1 0-1,0 0 1,1 0 0,-1 1 0,1-1-1,-1 0 1,1 0 0,-1 1-1,1-1 1,-1 0 0,1 1 0,-1-1-1,1 1 1,0-1 0,0 1 0,0-1-1,2 0-14,0 1 0,0 0 1,0 0-1,0 0 0,0 0 0,0 0 0,-1 0 0,1 1 0,0 0 0,0-1 0,3 2 1,11 5-94,0 0 0,25 15 0,-35-18-88,-1 0 1,0 0-1,1 1 1,-2 0-1,1 0 0,0 1 1,-1-1-1,6 9 1,-10-11-44,1-1 0,-1 0 0,0 0 1,0 0-1,-1 1 0,1-1 0,0 0 1,-1 1-1,1-1 0,-1 0 0,0 1 1,0-1-1,0 1 0,0-1 0,0 0 1,0 1-1,-1-1 0,1 1 0,-1-1 1,0 0-1,0 1 0,1-1 0,-1 0 1,-1 0-1,1 0 0,0 0 0,-1 0 1,1 0-1,-1 0 0,-1 2 0,-21 19-1301,-7 1 418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4.6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85 1 17828,'-3'25'1704,"-3"0"137,-6-8-193,0-6-808,-1-8-560,-5-3-448,-2-10 136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6.8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94 1 5297,'-8'0'1471,"-2"-1"1023,-1 1-1,1 1 1,-1 0 0,-11 3-1,1 7 12,21-10-2474,0-1 1,0 0 0,0 1 0,0-1 0,-1 1-1,1-1 1,1 1 0,-1-1 0,0 0 0,0 1-1,0-1 1,0 1 0,0-1 0,0 1 0,0-1-1,1 0 1,-1 1 0,0-1 0,0 1 0,0-1-1,1 0 1,-1 1 0,0-1 0,1 0 0,-1 0-1,0 1 1,1-1 0,-1 0 0,0 0 0,1 1-1,-1-1 1,1 0 0,-1 0 0,0 0 0,1 1-1,-1-1 1,1 0 0,-1 0 0,1 0 0,-1 0-1,0 0 1,1 0 0,-1 0 0,1 0 0,0 0-1,24 6 475,52 3-570,1-3 0,79-4 0,47 2-4026,-144 0 3003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7.3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216 7 7354,'1'0'297,"0"-1"0,-1 1 1,1-1-1,-1 1 1,1-1-1,0 1 1,-1-1-1,1 1 1,0-1-1,0 1 0,-1 0 1,1 0-1,0-1 1,0 1-1,-1 0 1,1 0-1,0 0 0,0 0 1,0 0-1,-1 0 1,1 0-1,0 0 1,0 0-1,0 0 1,-1 0-1,1 1 0,0-1 1,0 0-1,-1 0 1,1 1-1,0-1 1,0 1-1,-1-1 0,1 0 1,1 2-1,-2-1-225,0 0-1,0 0 1,1 0-1,-1 0 0,0 0 1,0 0-1,0 0 1,0 0-1,0 0 1,0 0-1,0 0 0,0 0 1,-1 0-1,1 0 1,0 0-1,-1 0 1,1-1-1,0 1 0,-1 0 1,1 0-1,-1 0 1,0 0-1,1 0 1,-1-1-1,1 1 0,-1 0 1,0-1-1,0 1 1,0 0-1,1-1 1,-3 2-1,-13 9 127,-2 1 0,-36 16 0,-27 18 48,75-42-85,0 1-1,0-1 1,0 1 0,1 1-1,0-1 1,0 1-1,0 0 1,0 0-1,-5 11 1,10-16-103,-1 0 0,1 0 0,-1 0 0,1 0-1,-1 0 1,1 1 0,0-1 0,-1 0 0,1 0 0,0 0 0,0 1 0,0-1 0,0 0 0,0 0 0,0 1 0,1-1-1,-1 0 1,0 0 0,0 0 0,1 1 0,-1-1 0,1 0 0,-1 0 0,1 0 0,0 0 0,-1 0 0,1 0 0,0 0-1,0 0 1,0 0 0,-1 0 0,1 0 0,0-1 0,0 1 0,0 0 0,0-1 0,1 1 0,-1 0 0,0-1 0,0 1-1,0-1 1,0 0 0,1 1 0,-1-1 0,0 0 0,3 0 0,9 3 93,0-1 0,0-1 0,21 0 0,-18-1-174,6 1-377,-6 0 173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9.7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288 29 1488,'0'-1'375,"-1"0"0,1 0 1,0 0-1,0 0 0,-1 0 0,1 1 0,-1-1 0,1 0 0,-1 0 0,1 0 0,-1 0 0,1 1 0,-1-1 1,1 0-1,-1 1 0,0-1 0,0 0 0,1 1 0,-1-1 0,0 1 0,0-1 0,0 1 0,0-1 0,1 1 0,-3-1 1,-26 3 3777,-31 25-2797,53-23-885,-37 17 64,22-11-93,0 1 1,1 0-1,-35 27 1,55-37-395,1-1 0,-1 1 0,0 0 0,0-1 0,1 1 1,-1 0-1,0 0 0,1 0 0,-1 0 0,1 0 0,-1-1 1,1 1-1,0 0 0,-1 0 0,1 0 0,0 0 0,0 0 1,-1 0-1,1 0 0,0 0 0,0 0 0,0 0 1,0 0-1,1 1 0,-1-1 0,0 0 0,0 0 0,0 0 1,1-1-1,-1 1 0,1 0 0,-1 0 0,1 0 0,-1 0 1,1 0-1,-1 0 0,1 0 0,0-1 0,-1 1 0,1 0 1,0-1-1,0 1 0,0 0 0,-1-1 0,1 1 1,0-1-1,0 1 0,2 0 0,57 27 289,-45-22-265,19 10 50,53 16-1,-77-29-81,1 0 1,0-1-1,0 0 0,-1-1 1,1 0-1,0-1 0,0 0 0,0 0 1,20-4-1,-30 3-1,1 1 0,0-1 0,0 0 0,0 1 0,-1-1 0,1 0 0,0 0 0,-1 0-1,1 0 1,-1 0 0,1-1 0,-1 1 0,0 0 0,1-1 0,-1 1 0,0-1 0,0 1 0,0-1 0,0 0 0,0 1 0,0-1 0,-1 0 0,1 0 0,0 1 0,-1-1 0,0 0 0,1 0 0,-1 0 0,0 0-1,0 0 1,0 0 0,0 0 0,0 0 0,0 1 0,-1-1 0,1 0 0,-1 0 0,1 0 0,-1 0 0,-1-1 0,-3-13 175,-2 0 0,0 0 0,-15-25 0,7 16-9,12 19-189,0 1 0,0-1 0,1 0 0,0 0 0,0 0 0,0 0 0,1 0 0,-1 0 0,2 0 0,-1-1 0,1 1 0,0-11 0,0 17-33,0 0 1,0 0 0,0 1-1,0-1 1,0 0 0,0 0-1,0 0 1,0 0 0,0 0-1,0 0 1,0 0 0,1 1-1,-1-1 1,0 0-1,0 0 1,0 0 0,0 0-1,0 0 1,0 0 0,0 0-1,0 0 1,0 0 0,1 0-1,-1 0 1,0 0 0,0 0-1,0 1 1,0-1-1,0 0 1,0 0 0,0 0-1,0 0 1,1 0 0,-1 0-1,0 0 1,0 0 0,0 0-1,0 0 1,0 0 0,0 0-1,1 0 1,-1-1 0,0 1-1,0 0 1,0 0-1,0 0 1,0 0 0,0 0-1,0 0 1,0 0 0,1 0-1,-1 0 1,0 0 0,0 0-1,0 0 1,0-1 0,0 1-1,0 0 1,0 0-1,0 0 1,0 0 0,0 0-1,0 0 1,6 9-1107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41.3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58 7386,'-6'-54'6947,"5"50"-4631,2 7-509,3 30-1196,38 246 1678,16 166-615,-57-429-1558,0 55 213,-1-66-301,0-1 0,-1 0 0,0 0 0,1 0 0,-1 0 0,0 0 0,-1 0 0,1 0 0,-1 0 0,0 0 0,0-1 0,0 1-1,-4 5 1,5-9-17,0 1 0,1-1 0,-1 0 0,0 1 0,1-1 0,-1 0-1,0 1 1,0-1 0,0 0 0,1 0 0,-1 0 0,0 1 0,0-1-1,0 0 1,1 0 0,-1 0 0,0-1 0,0 1 0,0 0 0,0 0-1,1 0 1,-1-1 0,0 1 0,0 0 0,1 0 0,-1-1 0,0 1-1,1-1 1,-1 1 0,0-1 0,1 1 0,-1-1 0,0 1 0,1-1-1,-1 0 1,1 1 0,-1-1 0,1 0 0,0 1 0,-1-1-1,1 0 1,0 0 0,-1 0 0,1 1 0,0-3 0,-16-35 234,14 28-181,1 1 1,0-1-1,1 1 1,-1-1 0,2 1-1,0 0 1,0-1 0,0 1-1,1 0 1,1-1-1,-1 1 1,1 0 0,1 1-1,0-1 1,0 1-1,1-1 1,0 1 0,11-13-1,9-9 63,1 2 0,1 1 0,41-31 0,-34 29-285,-16 15-585,-6 8-2960,-8 5 1877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41.9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0 8682,'-2'1'261,"0"-1"1,1 1-1,-1-1 1,0 1 0,1 0-1,-1 0 1,1 0-1,0 0 1,-1 0-1,1 0 1,0 0-1,0 0 1,-1 1-1,1-1 1,0 0 0,0 1-1,0-1 1,0 1-1,1-1 1,-1 1-1,0-1 1,1 1-1,-1 0 1,0 2-1,1 0 116,0 1-1,0-1 0,0 0 1,1 1-1,-1-1 0,1 0 1,0 0-1,0 1 1,3 6-1,4 5 420,0 0 0,1 0 0,19 26-1,-24-37-673,1 1 0,-1-1-1,1 0 1,0-1-1,1 1 1,-1-1-1,1 0 1,0 0 0,11 5-1,-14-8-85,0 1 0,-1-1-1,1-1 1,0 1 0,0 0-1,0-1 1,0 1 0,0-1 0,0 0-1,0 0 1,0 0 0,0-1-1,0 1 1,0-1 0,0 1 0,0-1-1,0 0 1,-1 0 0,1 0 0,0-1-1,-1 1 1,1-1 0,-1 1-1,1-1 1,2-3 0,42-46 370,-39 41-350,0 0 0,1 0 0,0 1 0,0 0-1,1 0 1,20-12 0,-29 20-50,0 1 0,0 0 0,0-1 0,-1 1 0,1 0 0,0 0 0,0 0 0,0-1 0,0 1 0,0 0 0,0 0 0,0 1 0,0-1 0,0 0 0,0 0 0,0 0 0,0 1 0,0-1 0,-1 0 0,1 1 0,0-1 0,0 1 0,0-1 0,0 1 0,-1-1 0,1 1 0,0-1 0,-1 1 0,1 0 0,0 0 0,-1-1 0,1 1 0,-1 0 0,1 0 0,-1 0 0,1-1 0,-1 1 0,1 2 0,13 43 53,-11-32-26,0-3 4,1-1 1,-1 1-1,2-1 0,0 0 1,0 0-1,1-1 1,7 11-1,-11-18-24,-1 0 1,1 0-1,0-1 0,0 1 0,0 0 0,0-1 1,0 1-1,1-1 0,-1 0 0,0 0 0,1 0 1,-1 0-1,1 0 0,-1 0 0,1-1 0,-1 1 1,1-1-1,-1 0 0,1 0 0,-1 1 1,1-2-1,0 1 0,-1 0 0,1-1 0,-1 1 1,1-1-1,-1 1 0,1-1 0,-1 0 0,0 0 1,1-1-1,-1 1 0,0 0 0,0-1 1,0 1-1,3-3 0,8-7 16,-1 0 0,0 0 1,0-1-1,15-23 0,-17 22-38,0 0-1,1 1 1,1 0-1,17-14 1,-28 26 7,-1 0 1,1-1-1,-1 1 1,1 0 0,-1 0-1,1 0 1,-1 0-1,1 0 1,-1 0 0,1-1-1,-1 1 1,1 1-1,-1-1 1,1 0 0,-1 0-1,1 0 1,-1 0-1,1 0 1,-1 0 0,1 0-1,-1 1 1,1-1 0,-1 0-1,1 0 1,-1 1-1,0-1 1,1 0 0,-1 1-1,1-1 1,-1 1-1,0-1 1,1 0 0,-1 1-1,0-1 1,0 1-1,1-1 1,-1 1 0,12 23-53,-9-18 47,4 8-49,1 0-1,0-1 1,0 0 0,2 0-1,19 20 1,-27-31 25,0 1 0,1-1 0,-1 0 0,1 0 0,-1-1 0,1 1 0,0 0 0,0-1 0,0 1 0,-1-1 0,1 0 0,1 0 0,-1 0 0,0-1 0,0 1 0,0-1 0,0 0 0,0 1 0,1-2 0,-1 1 0,0 0-1,0 0 1,0-1 0,0 0 0,0 0 0,0 1 0,0-2 0,0 1 0,0 0 0,0-1 0,0 1 0,-1-1 0,1 0 0,-1 0 0,4-3 0,18-18-1721,-2-3 476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43.5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9626,'12'13'7434,"-4"7"-4291,-2 27-2199,-5-33-2,10 95-9,20 165-566,-30-271-386,2 19 65,0-1-1,0 33 1,-4-47-298,0 0-1,0 0 1,0 1-1,-1-1 1,0 0-1,0 0 1,0 0-1,-1-1 1,0 1-1,-8 11 1,10-17 221,1-1 1,-1 1 0,1-1-1,-1 1 1,1-1 0,-1 1-1,1-1 1,-1 1 0,1-1-1,0 1 1,-1-1 0,1 1-1,0 0 1,0-1 0,-1 1-1,1-1 1,0 1-1,0 0 1,0-1 0,0 1-1,0 0 1,0-1 0,0 1-1,0 0 1,0-1 0,0 1-1,0 0 1,0-1 0,0 1-1,1 0 1,-1-1 0,0 1-1,1-1 1,-1 1-1,0 0 1,1-1 0,-1 1-1,0-1 1,1 1 0,-1-1-1,1 1 1,-1-1 0,1 1-1,-1-1 1,1 0 0,-1 1-1,1-1 1,0 0 0,-1 1-1,1-1 1,0 0 0,-1 0-1,1 0 1,-1 0-1,1 1 1,0-1 0,-1 0-1,1 0 1,0 0 0,-1 0-1,1-1 1,0 1 0,-1 0-1,1 0 1,0 0 0,-1 0-1,2-1 1,52-9 445,-49 9-401,32-7 477,1 1-1,0 2 1,66 0 0,113 18 311,-142-6-676,-73-7-122,28 2 72,59-2 0,-83 0-58,1-1 0,-1 0 0,1 0 0,-1 0 0,0-1 0,1 0 0,-1 0 0,0 0 0,0-1 0,0 0 0,-1 0 0,1 0 0,-1-1 0,1 0 0,7-8 0,-12 11 3,1-1 0,-1 1 0,0-1 1,1 0-1,-1 1 0,0-1 0,0 0 0,0 0 0,0 0 0,-1 0 0,1 0 1,0 0-1,-1 0 0,1 0 0,-1 0 0,0 0 0,0 0 0,0 0 0,0 0 0,0-1 1,0 1-1,0 0 0,-1 0 0,0-2 0,0 1 14,-1 1 1,0-1-1,0 1 1,0-1-1,0 1 1,0 0-1,0 0 0,-1 0 1,1 0-1,-1 0 1,1 0-1,-1 1 0,0-1 1,-4-1-1,-5-1 36,1 0-1,-1 1 0,0 0 0,0 1 1,-1 0-1,1 0 0,-14 2 1,18 0-61,1 1 0,0 0 0,0 0 0,0 1 0,0 0 0,0 0 0,0 1 0,1 0 1,-1 0-1,1 0 0,0 1 0,0 0 0,0 0 0,0 1 0,1-1 0,0 1 0,0 0 0,0 1 0,0-1 0,1 1 1,0 0-1,0 0 0,1 1 0,-5 9 0,8-15 0,-1 1 0,1 0 0,0-1 0,0 1 0,0 0 0,0-1 1,0 1-1,0 0 0,0-1 0,0 1 0,1 0 0,-1-1 0,1 1 0,-1-1 0,1 1 0,-1 0 1,1-1-1,0 1 0,0-1 0,0 0 0,0 1 0,0-1 0,0 0 0,2 2 0,1 0 19,0 0-1,0-1 0,0 1 0,0-1 1,0 0-1,1 0 0,-1 0 0,8 2 1,8 0 69,0 0 1,40 1 0,18-1-3,4-1-102,-1 3-1,96 20 1,-165-23 6,28 3 49,-38-7-46,-1 1 0,0 0 0,0-1 0,1 1 0,-1-1 0,0 1 0,0-1 0,0 1 0,0-1 0,0 0 0,0 0 0,0 0 0,0 1 0,0-1 0,0 0 0,0 0 0,0 0 0,-1-1 0,1 1 0,0 0 0,-1 0 0,1 0 0,-1 0 0,1-1 0,-1 1 0,1 0 0,-1 0 0,0-1 0,0-1 0,3-21-1,-1-1 0,-1 0 0,-1-1 0,-5-35 0,-1-12 86,6 71-83,0 1-1,0-1 1,0 0-1,0 1 0,1-1 1,-1 1-1,0-1 0,1 0 1,-1 1-1,1-1 1,0 1-1,0-1 0,-1 1 1,1-1-1,0 1 0,0 0 1,0 0-1,0-1 1,0 1-1,1 0 0,-1 0 1,0 0-1,1 0 0,-1 0 1,0 0-1,1 0 1,-1 1-1,1-1 0,-1 0 1,1 1-1,-1 0 0,1-1 1,0 1-1,-1 0 0,1-1 1,0 1-1,-1 0 1,1 0-1,2 1 0,10 0-45,0 0 0,-1 1 0,26 6 0,-24-4-98,61 14-2114,-36-8 1242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45.0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1 16580,'-3'5'161,"0"0"1,0 0 0,0 0 0,1 1 0,-1-1 0,2 1 0,-1-1 0,0 1 0,1 0 0,0 0-1,1-1 1,-1 1 0,1 0 0,0 0 0,1 7 0,2 16 104,11 51 1,-9-58-150,22 85 312,46 118-1,-58-181-610,-14-43 123,0 0 1,-1 1-1,1-1 0,-1 1 1,1-1-1,-1 0 1,0 1-1,1-1 0,-1 1 1,0-1-1,0 1 0,0-1 1,0 0-1,0 1 0,-1-1 1,1 1-1,0-1 1,-1 1-1,0 2 0,0-4-24,1 1 0,-1-1 0,0 0 0,0 1 0,1-1 0,-1 0-1,0 1 1,0-1 0,0 0 0,1 0 0,-1 0 0,0 1 0,0-1 0,0 0 0,0 0-1,1 0 1,-1-1 0,0 1 0,0 0 0,0 0 0,0 0 0,1-1 0,-3 1 0,-4-3-382,0 0 0,0-1 0,0 0 1,0 0-1,-8-7 0,6 4 361,2 0 1,-1-1-1,1 0 0,0 0 0,1-1 1,-8-13-1,10 16 413,2 1 0,-1-1 0,0 0 0,1 0 0,0 0 0,1 0-1,-1-1 1,1 1 0,1 0 0,-1 0 0,1-1 0,0-7 0,1 12-200,0 0-1,0-1 1,0 1-1,0 0 1,0 0 0,0 0-1,0 0 1,1 0-1,-1 0 1,1 0 0,0 0-1,-1 1 1,1-1-1,0 1 1,0-1-1,0 1 1,0 0 0,0-1-1,0 1 1,1 0-1,-1 1 1,0-1-1,1 0 1,-1 1 0,0-1-1,1 1 1,-1-1-1,3 1 1,14-2 173,-1 1-1,32 1 1,-30 0 28,210 2 215,-227-2-522,-1 0 0,1 0 0,0 0 0,-1 1 0,1-1 0,-1 0 0,1 1 0,-1 0 0,1 0 0,-1-1 0,1 2 0,-1-1 0,1 0-1,-1 0 1,0 1 0,0-1 0,0 1 0,0 0 0,0-1 0,0 1 0,0 0 0,-1 0 0,1 0 0,-1 0 0,1 1 0,-1-1 0,0 0 0,0 1 0,2 4 0,-2 2 69,0 0 0,0 0 1,-1 0-1,0 0 0,-1 0 0,0 0 1,-3 13-1,1-11 15,-4 31 109,7-40-184,0 0 1,0 0 0,0 0-1,0 0 1,0 0 0,0 0-1,0 0 1,0 0 0,1 0-1,-1 0 1,1 0 0,0 0-1,-1 0 1,1 0 0,2 3-1,-1-4-23,-1-1 1,1 1-1,-1 0 0,1-1 0,-1 1 0,1-1 0,0 1 0,-1-1 0,1 0 0,0 0 0,-1 0 0,1 0 0,0 0 0,-1 0 0,1 0 0,-1-1 1,1 1-1,0 0 0,-1-1 0,1 0 0,-1 1 0,3-2 0,36-18-489,-39 19 473,11-7-126,-1 0 0,1-1 0,13-15 1,-17 16 128,0 0 0,0 0 1,1 1-1,-1 1 1,2-1-1,17-8 0,-26 15 27,0 0 0,0 0 0,1 0-1,-1 0 1,0 0 0,0 0 0,1 0 0,-1 0-1,0 1 1,0-1 0,0 0 0,1 1-1,-1-1 1,0 1 0,0-1 0,0 1-1,0 0 1,0-1 0,0 1 0,0 0 0,0 0-1,0 0 1,0 0 0,0 0 0,-1 0-1,1 0 1,0 0 0,-1 0 0,1 0-1,-1 0 1,2 2 0,20 51 95,-12-29-85,-7-19-140,1-1 0,0 0-1,0-1 1,0 1 0,0-1-1,1 0 1,0 0 0,0 0-1,0-1 1,0 1 0,0-1-1,1-1 1,0 1 0,-1-1-1,1 0 1,0 0 0,0 0-1,0-1 1,0 0 0,0 0-1,0-1 1,1 1 0,-1-1-1,6-1 1,18-2-1266,0 0 0,0-2-1,45-14 1,-62 16 1021,13-4-249,-7 3 556,1-1 1,-1 0 0,0-2-1,31-15 1,-47 20 203,0 1 1,-1 0-1,1-1 0,-1 0 1,1 0-1,-1 0 0,0 0 1,0 0-1,0 0 0,0 0 1,0-1-1,0 1 0,0-1 1,-1 1-1,1-1 0,-1 0 1,0 1-1,0-1 0,0 0 1,0 0-1,-1 0 1,1 0-1,-1 0 0,1 0 1,-1 0-1,0 0 0,0 0 1,-1 0-1,1 0 0,0 0 1,-1 0-1,0 0 0,0 0 1,0 0-1,0 1 0,0-1 1,-1 0-1,-2-3 0,3 4-80,0 0-1,0 0 1,0 0-1,0 0 0,-1 0 1,1 1-1,-1-1 1,1 1-1,-1-1 0,0 1 1,1-1-1,-1 1 1,0 0-1,0 0 0,0 0 1,0 0-1,0 0 0,0 0 1,0 1-1,-1-1 1,1 1-1,0-1 0,-3 1 1,0 0-36,0 1 1,1-1 0,-1 1-1,1 0 1,-1 1-1,1-1 1,0 1 0,0-1-1,-1 2 1,1-1-1,-4 3 1,1 0-33,-1 0 1,1 1-1,0 0 1,0 0-1,1 0 1,0 1-1,0 0 0,1 0 1,0 1-1,0-1 1,-6 13-1,11-18 17,-1-1 0,1 0 0,0 1-1,-1-1 1,1 1 0,0-1 0,0 0-1,0 1 1,0-1 0,1 0 0,-1 1 0,0-1-1,0 1 1,1-1 0,-1 0 0,1 0 0,-1 1-1,1-1 1,0 0 0,-1 0 0,1 1-1,0-1 1,0 0 0,0 0 0,1 1 0,1 0 16,0 1 1,0-1 0,0 0 0,1 0 0,-1 0-1,1-1 1,-1 1 0,1-1 0,5 2 0,-3-2 10,0 1 0,0-1 0,0 0 0,0-1 0,0 1 0,1-1 0,-1-1 0,0 1 1,0-1-1,0 0 0,0 0 0,8-3 0,-5-2-24,1-1 0,-2 0 0,1 0 0,-1-1 0,0 0 0,-1 0 0,1-1 0,-2 0 0,1 0 0,-1-1 0,6-13 0,7-18-178,20-62-1,-33 86 166,13-41 639,-3-1 1,-2-1 0,8-88 0,-22 196-834,5 58 0,-3-76 182,-1-8-25,2 22 137,9 52 0,-10-85-163,0 0 0,1 0-1,1-1 1,-1 1 0,2-1-1,-1 0 1,1 0 0,1 0 0,0-1-1,9 11 1,-14-19-2,0 1 0,0-1-1,0 0 1,0 0 0,0 0 0,0 0 0,0 0-1,1 0 1,-1 0 0,0 0 0,1-1 0,-1 1 0,1 0-1,-1-1 1,1 1 0,-1-1 0,1 0 0,-1 1-1,1-1 1,-1 0 0,1 0 0,-1 0 0,1 0 0,-1 0-1,1 0 1,0-1 0,-1 1 0,1 0 0,-1-1-1,0 1 1,1-1 0,1-1 0,3-2-95,-1 0 1,1-1-1,-1 1 1,0-1-1,0 0 0,4-7 1,19-17 158,-28 29 7,1 0 1,-1 0 0,0 0-1,0 0 1,1 0 0,-1 0-1,0 0 1,1 0 0,-1 0 0,0 0-1,1 0 1,-1 0 0,0 0-1,0 1 1,1-1 0,-1 0-1,0 0 1,0 0 0,1 0 0,-1 0-1,0 1 1,0-1 0,1 0-1,-1 0 1,0 0 0,0 1-1,0-1 1,1 0 0,-1 0-1,0 1 1,0-1 0,0 0 0,0 0-1,0 1 1,0-1 0,1 0-1,-1 1 1,0-1 0,0 0-1,0 1 1,0-1 0,0 0 0,0 0-1,0 1 1,2 15 67,-2-16-67,-1 59 146,-1-47-136,1-1-1,1 0 1,0 0-1,1 1 1,0-1 0,0 0-1,7 20 1,-7-28-15,0-1 0,1 0 0,0 0-1,-1 0 1,1-1 0,0 1 0,0 0 0,0 0 0,0-1 0,0 0 0,0 1 0,0-1 0,1 0 0,-1 0 0,0 0 0,1 0 0,-1 0 0,1-1 0,-1 1 0,1-1 0,-1 0 0,1 0-1,-1 0 1,1 0 0,-1 0 0,1 0 0,4-1 0,-1 0 70,1 0 0,-1 0 0,1-1 0,-1 0 0,0 0 0,1 0-1,-1-1 1,0 0 0,9-6 0,-14 8-20,0-1 0,0 1 0,0 0 0,0 0 0,0-1-1,0 1 1,0 0 0,0-1 0,-1 1 0,1-1 0,0 1 0,-1-1-1,0 1 1,1-1 0,-1 0 0,0 1 0,0-1 0,0 1 0,0-1 0,0 0-1,0 1 1,0-1 0,0 0 0,-1 1 0,1-1 0,0 1 0,-1-1-1,0 1 1,1-1 0,-1 1 0,0-1 0,0 1 0,0 0 0,0-1 0,0 1-1,0 0 1,0 0 0,0 0 0,-2-2 0,-5-5 12,0 0 0,-1 1 1,1 0-1,-13-7 0,1 1-309,-1 2 1,-24-10-1,3 5-111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4.2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355 43 8338,'0'-2'561,"0"0"1,0 1-1,0-1 0,0 0 1,0 0-1,-1 1 1,1-1-1,0 0 1,-1 1-1,0-1 0,1 1 1,-1-1-1,0 1 1,0-1-1,0 1 1,0-1-1,0 1 0,0 0 1,0-1-1,0 1 1,-2-1-1,1 1-310,0 0 0,0 0 0,0 0 0,0 0 0,0 1 0,0-1 0,0 1 0,0-1 0,-1 1 0,1 0 0,0 0 0,0 0 0,0 0 0,-4 1 0,0 0-209,-1 1-1,1-1 1,-1 1-1,1 1 1,0-1-1,0 1 1,0 0-1,0 1 1,1-1-1,-9 7 1,-3 8-13,1 1 1,0 0 0,1 1-1,1 0 1,1 1 0,-11 23-1,-2 12 13,-24 73 1,41-102 3,1 1 0,2-1 0,0 2 0,2-1 0,1 0 0,1 57 1,3-69-256,1-1 0,1 1 0,0 0 1,1-1-1,12 28 0,-11-32-460,1 1-1,0-1 1,1 0-1,1 0 1,0-1-1,0 0 1,18 17-1,19 7-1779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5.1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0 284 13211,'3'37'501,"2"-1"-1,1 1 1,2-1 0,1-1-1,15 36 1,80 161-140,-58-136-248,-39-73 84,-7-23-189,0 0 1,0 0-1,0 0 1,0 0-1,0 0 0,-1 0 1,1 1-1,0-1 1,0 0-1,0 0 1,0 0-1,-1 0 1,1 0-1,0 0 1,0 0-1,0 0 1,0 0-1,-1 0 1,1 0-1,0 0 1,0 0-1,0 0 1,-1 0-1,1 0 1,0 0-1,0 0 1,0 0-1,0 0 1,-1 0-1,1 0 1,0 0-1,0 0 1,0 0-1,0-1 0,-1 1 1,1 0-1,0 0 1,0 0-1,0 0 1,0 0-1,0 0 1,-1-1-1,1 1 1,0 0-1,0 0 1,0 0-1,0 0 1,0-1-1,0 1 1,-27-34 612,2-12 122,3-2 1,2 0-1,2-1 1,-22-96 0,34 114-551,1 0 0,1 0 1,2 0-1,1 0 0,1 0 1,2-1-1,1 1 1,2 0-1,12-45 0,-12 63-170,0 0-1,0 1 1,1-1 0,1 2-1,0-1 1,1 1-1,17-20 1,-22 27-23,0 0 0,1 1 0,-1 0 0,1-1 0,0 1 0,0 1 0,0-1 1,0 0-1,1 1 0,-1 0 0,1 0 0,-1 0 0,1 1 0,0-1 0,0 1 0,0 1 0,-1-1 0,1 0 1,0 1-1,0 0 0,0 0 0,0 1 0,0-1 0,10 3 0,-13-2-5,1 0 1,-1 0-1,1 0 0,-1 0 0,0 0 1,1 1-1,-1-1 0,0 1 1,0-1-1,0 1 0,0 0 0,0 0 1,0 0-1,0 0 0,-1 0 1,1 0-1,-1 0 0,1 1 0,-1-1 1,0 0-1,0 1 0,0-1 1,0 1-1,0-1 0,-1 1 0,1 0 1,-1-1-1,0 1 0,0 0 1,0-1-1,0 1 0,0 0 0,0-1 1,-1 1-1,1 0 0,-1-1 1,0 1-1,0-1 0,0 1 0,-2 3 1,-1 3-4,0 0 0,-1 0 0,0 0 1,-1-1-1,0 0 0,0 0 1,-1 0-1,1-1 0,-12 9 0,-45 25 37,-5 4 4,67-45-32,0 1 0,0-1 0,0 1 1,0 0-1,1-1 0,-1 1 0,0 0 1,0-1-1,1 1 0,-1 0 0,1 0 1,-1 0-1,0 0 0,1-1 0,0 1 1,-1 0-1,1 0 0,0 0 0,-1 0 1,1 0-1,0 0 0,0 0 0,0 0 1,0 0-1,0 0 0,0 0 0,0 2 1,1-2 2,0 1 1,0-1 0,0 0-1,0 0 1,0 0 0,0 0-1,1 0 1,-1 0 0,0-1-1,1 1 1,-1 0 0,0-1-1,1 1 1,-1-1 0,1 1 0,1 0-1,67 7 114,-66-8-120,40 2-161,0-2 0,0-2 1,0-2-1,-1-1 0,1-3 0,-1-2 0,-1-1 0,0-3 0,43-19 0,-69 25 102,-1-1 1,0 0-1,26-22 1,-38 28 69,1 0-1,0 0 1,-1-1 0,0 1-1,0-1 1,0 1 0,0-1-1,-1 0 1,1 0 0,-1-1 0,0 1-1,0 0 1,-1-1 0,1 1-1,-1-1 1,0 1 0,0-1-1,0 0 1,-1-4 0,0 7 2,-1 1 0,1 0 0,-1-1 1,1 1-1,-1 0 0,1 0 0,-1 0 1,0-1-1,0 1 0,0 0 0,0 0 1,0 0-1,0 0 0,0 0 0,0 1 1,0-1-1,0 0 0,0 0 0,-1 1 1,1-1-1,0 1 0,-1-1 0,1 1 1,0-1-1,-1 1 0,1 0 0,0 0 1,-1 0-1,1-1 0,0 1 0,-1 1 1,1-1-1,-3 0 0,-47 9 97,39-5-96,0 1 0,1 0-1,-1 1 1,1 0-1,-15 12 1,22-15 10,0 0 1,0 0-1,0 1 1,0 0 0,1-1-1,-1 1 1,1 0-1,0 1 1,0-1-1,0 0 1,1 1-1,-1 0 1,1 0-1,0-1 1,1 1-1,-2 6 1,3-8-18,0-1 0,1 1 0,-1-1 0,1 1 1,-1-1-1,1 1 0,0-1 0,0 0 0,0 0 0,0 1 1,1-1-1,-1 0 0,0 0 0,1 0 0,0 0 1,-1 0-1,1 0 0,0-1 0,0 1 0,0-1 1,0 1-1,0-1 0,1 0 0,-1 1 0,0-1 1,0 0-1,1-1 0,-1 1 0,4 1 0,10 2-219,0 0 0,0-1 0,19 2 0,-35-5 212,102 8-3508,-46-5 1999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6.1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80 44 12171,'-2'1'157,"0"0"1,0 0 0,0 0 0,1 1-1,-1-1 1,0 0 0,0 1 0,1 0-1,-1-1 1,1 1 0,0 0-1,-1 0 1,1 0 0,0 0 0,0 0-1,0 0 1,0 0 0,0 0 0,1 1-1,-1-1 1,1 0 0,0 0 0,-1 1-1,1-1 1,0 0 0,0 1 0,0-1-1,1 0 1,-1 0 0,0 1 0,1-1-1,0 0 1,-1 0 0,2 3 0,2 1-82,-1-1 0,0 0 0,1 0 0,0 0 0,1-1 0,-1 1 1,1-1-1,-1 0 0,1 0 0,0 0 0,8 3 0,-80 11 175,24-5-127,39-12-333,7-1-136,23-8-827,201-62-10822,-156 52 10933,90-10 1,-133 29 2988,-28 0-1834,0-1 0,1 0 0,-1 1 0,0-1 0,0 0 0,0 1 0,0-1 0,0 1 0,0-1 0,0 0 0,0 1 0,0-1 0,0 0 0,0 1 0,0-1 0,0 1 0,0-1 0,0 0 1,0 1-1,0-1 0,-1 0 0,1 1 0,0-1 0,0 0 0,0 1 0,-1-1 0,1 0 0,0 1 0,0-1 0,-1 0 0,1 0 0,0 1 0,0-1 0,-1 0 0,0 1 0,-43 31 5127,36-27-5311,0 0 471,0 1-1,0 0 1,1 0 0,0 1 0,0 0 0,-9 12-1,15-17-337,0-1-1,0 1 0,0-1 1,0 1-1,0 0 0,0-1 1,1 1-1,-1 0 0,0 0 1,1-1-1,0 1 0,-1 0 1,1 0-1,0 0 0,0-1 0,0 1 1,0 0-1,0 0 0,1 0 1,-1 0-1,1-1 0,-1 1 1,1 0-1,-1 0 0,1-1 1,0 1-1,0-1 0,0 1 1,0 0-1,0-1 0,0 0 0,0 1 1,1-1-1,-1 0 0,0 1 1,1-1-1,-1 0 0,1 0 1,-1 0-1,1 0 0,0-1 1,1 2-1,12 5 17,0 0-1,1-2 1,-1 1 0,1-2-1,0 0 1,0-1 0,1-1 0,-1 0-1,30-1 1,-27-1-118,1-1 0,-1-2 0,1 1 0,-1-2 1,0-1-1,0 0 0,35-16 0,-47 18 61,-1-1 0,0 0 0,0 0 1,-1 0-1,1-1 0,-1 1 0,0-1 0,0-1 0,7-9 1,-11 13 7,0 0 1,0 1 0,0-1 0,0 0-1,0 1 1,-1-1 0,1 0 0,-1 0-1,0 1 1,1-1 0,-1 0 0,0 0-1,0 0 1,0 0 0,0 0 0,0 1-1,0-1 1,-1 0 0,1 0 0,-1 0-1,1 1 1,-1-1 0,0 0 0,0 0-1,1 1 1,-1-1 0,0 1 0,-1-1-1,1 1 1,0-1 0,0 1 0,-1 0-1,1-1 1,0 1 0,-1 0 0,1 0-1,-1 0 1,0 0 0,1 0 0,-1 1-1,0-1 1,-2 0 0,-6-4 0,0 2 0,0-1 0,0 2 1,-1-1-1,1 1 0,-1 1 0,0 0 0,1 1 0,-1-1 1,0 2-1,1 0 0,-1 0 0,1 1 0,-1 0 0,1 1 1,0 0-1,0 1 0,-11 5 0,21-6-119,10-2 53,14-2-22,12-9-110,-1-2 1,0-1-1,0-2 1,42-25-1,-9 6 109,-64 31 105,1 1-1,-1 0 1,1 0 0,0 0-1,0 1 1,0 0 0,0 0-1,0 0 1,0 0 0,0 1-1,10 0 1,-13 1 2,0-1-1,0 1 1,0 0-1,0 0 1,0 0-1,0 0 1,0 0 0,-1 1-1,1-1 1,0 0-1,-1 1 1,1 0-1,-1-1 1,1 1-1,-1 0 1,0 0 0,0-1-1,0 1 1,0 0-1,0 0 1,0 0-1,0 0 1,-1 0 0,1 1-1,-1-1 1,0 0-1,1 0 1,-1 4-1,0 5 90,1 0-1,1 0 1,0 0-1,0-1 1,1 1-1,0-1 1,1 0-1,1 0 1,-1 0-1,1 0 1,1-1 0,0 0-1,0 0 1,1-1-1,0 1 1,14 12-1,155 127-102,-174-148-878,-5-11 300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6.5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14627,'12'9'7569,"7"-6"-4764,28-8-3664,-22 3 1510,4 0-596,87-1 35,-106 3-93,0 1 0,0 0 1,0 1-1,0 0 1,0 1-1,0 0 1,-1 0-1,17 9 1,-24-11-9,0 0-1,0 1 1,0-1 0,0 1 0,0-1 0,0 1 0,-1 0 0,1 0-1,0-1 1,-1 1 0,0 0 0,1 0 0,-1 0 0,0 1 0,0-1-1,0 0 1,0 0 0,-1 1 0,1-1 0,-1 0 0,1 1 0,-1-1-1,0 1 1,0-1 0,0 0 0,0 1 0,0-1 0,0 1 0,-1-1-1,-1 4 1,0 2-154,-1-1 0,0 0 0,-1 0 0,0 0 0,0-1 0,0 1 0,-1-1 0,-8 9 0,-17 14-450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6.7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20364,'1'12'520,"2"-4"-360,-1-4-232,-1-8-2008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7.1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21389,'10'6'896,"1"3"72,4 7-328,1 5 176,2 21-376,-3 11-136,-1 29-112,3 12-79,-5 15-73,-1 5-88,-6-6-433,-2-6-431,-8-20-2352,-8-9 1751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8.4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436 52 4273,'8'-10'1138,"23"-31"14302,-52 50-12131,5-3-3049,9-3-240,1 0 0,0 1 1,0 0-1,0 0 0,1 0 1,-1 1-1,1-1 0,0 1 0,0 1 1,1-1-1,0 1 0,0-1 0,0 1 1,0 1-1,1-1 0,0 0 0,0 1 1,1-1-1,0 1 0,0 0 1,1 0-1,0 0 0,0 0 0,0 11 1,1-16-8,1 0-1,-1-1 1,1 1 0,0 0 0,0 0 0,-1-1 0,1 1 0,0-1 0,1 1 0,-1-1 0,0 1 0,0-1-1,1 1 1,-1-1 0,0 0 0,1 0 0,0 0 0,-1 0 0,4 2 0,40 16 168,-29-13-160,-6-1-3,30 14 10,-38-19-24,0 1-1,0 0 0,-1 0 0,1 1 0,-1-1 0,1 0 0,-1 0 1,1 1-1,-1-1 0,0 1 0,0-1 0,0 1 0,0 0 1,0-1-1,0 1 0,0 0 0,0 0 0,0 1 0,-1-1 4,0-1-1,-1 0 1,1 1-1,0-1 1,-1 0-1,1 1 0,-1-1 1,0 0-1,1 0 1,-1 0-1,0 0 0,0 1 1,0-1-1,1 0 1,-1 0-1,0-1 0,-1 1 1,1 0-1,0 0 1,0 0-1,0-1 1,0 1-1,-1 0 0,0 0 1,-38 15 92,34-14-81,-54 16 65,-93 14 0,-31 9 6,148-25-49,36-16-45,0 0 1,-1 1-1,1-1 0,0 0 0,0 0 0,0 0 1,0 0-1,-1 1 0,1-1 0,0 0 0,0 0 0,0 1 1,0-1-1,0 0 0,0 0 0,0 1 0,0-1 1,0 0-1,0 0 0,0 0 0,0 1 0,0-1 0,0 0 1,0 0-1,0 1 0,0-1 0,0 0 0,0 0 1,0 1-1,0-1 0,0 0 0,0 0 0,0 1 0,1-1 1,-1 0-1,0 0 0,0 0 0,0 1 0,0-1 1,0 0-1,1 0 0,-1 0 0,0 0 0,0 1 0,0-1 1,1 0-1,-1 0 0,0 0 0,0 0 0,1 0 0,-1 0 1,0 0-1,0 0 0,1 0 0,-1 0 0,0 0 1,9 3-191,0-2-1,0 1 1,0-1 0,0-1 0,12 0 0,55-3-1197,15-4 408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9.0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131 23 2513,'-8'-6'18217,"-6"21"-18005,-2 0-81,1 0 0,0 1 1,-14 19-1,25-30-107,1 0-1,-1 1 1,1-1-1,0 1 1,0-1-1,1 1 1,-1 0-1,1 0 1,1 0-1,-1 0 1,1 0-1,0 0 1,0 1-1,1-1 1,0 8-1,0-12 25,1 0-1,-1 0 0,1 0 0,0 0 1,0 0-1,0 0 0,0 0 1,0 0-1,0 0 0,0-1 0,0 1 1,1 0-1,-1-1 0,1 1 1,-1-1-1,1 1 0,0-1 0,-1 0 1,1 0-1,2 1 0,1 1 58,0-1-1,1 0 1,-1-1 0,0 1-1,1-1 1,-1 0-1,10 0 1,-1-1 66,-1 0-1,1-1 1,-1-1 0,1 0 0,22-7-1,-31 8-135,0-1 0,0-1 0,-1 1 0,1-1 0,-1 1 0,0-1 0,0 0 0,0-1 0,0 1 0,0-1-1,-1 0 1,0 0 0,0 0 0,0 0 0,0 0 0,0-1 0,-1 1 0,0-1 0,0 0 0,0 0 0,-1 0 0,1 1 0,-1-2-1,0 1 1,0-5 0,-1 3-27,1 0-1,-1 0 0,-1 0 1,0 1-1,0-1 0,0 0 0,0 1 1,-1-1-1,0 1 0,-1-1 1,0 1-1,0 0 0,0 0 1,0 0-1,-1 0 0,0 1 1,0-1-1,-10-8 0,12 12-181,-1 0 0,0 1-1,0-1 1,0 1 0,0-1-1,0 1 1,0 0 0,-1 0-1,1 0 1,0 1 0,0-1-1,-1 1 1,1 0 0,-1 0-1,1 0 1,0 0 0,-4 1-1,-19 4-1026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59.6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 2 2401,'-5'-2'12353,"-6"9"-9553,10-6-2794,0 1 1,0-1 0,-1 0 0,1 1 0,0-1-1,0 0 1,0 1 0,1 0 0,-1-1-1,0 1 1,1-1 0,-1 1 0,0 0 0,1-1-1,0 1 1,0 0 0,-1 2 0,2 0 43,0 0-1,0 1 1,0-1 0,1 0 0,-1 0 0,1 0 0,0 0 0,0 0-1,1-1 1,-1 1 0,1-1 0,4 6 0,2 0-210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6.4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52 2176,'-9'-22'13717,"19"41"-13596,-2 1 0,0 1-1,-1 0 1,-1 0 0,-1 0 0,-1 1 0,2 29 0,-2-26 85,7-108 831,-12 72-1010,-1-1 0,1 1 1,-2-1-1,0 1 1,0 0-1,-1 0 1,-1 0-1,1 0 1,-2 1-1,1 0 1,-2 0-1,1 1 1,-1-1-1,-9-7 1,72 83-348,-40-50 289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8.6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15 206 10578,'-1'1'127,"-1"0"1,1 0-1,0 1 0,0-1 0,0 0 1,0 1-1,0-1 0,0 0 0,0 1 1,1 0-1,-1-1 0,0 1 0,1-1 1,-1 1-1,1 0 0,0-1 0,-1 1 0,1 0 1,0-1-1,0 1 0,0 0 0,0 0 1,1-1-1,-1 1 0,0 0 0,1-1 1,-1 1-1,1-1 0,-1 1 0,1 0 0,0-1 1,0 1-1,0-1 0,0 0 0,0 1 1,0-1-1,0 0 0,0 1 0,0-1 1,3 1-1,0 2 152,1-1 0,-1 1 0,1-1 0,0-1 0,-1 1 0,2-1 0,-1 0 0,0 0 0,0 0 0,1-1 0,7 2 0,2-3-80,0 0-1,1 0 1,-1-2 0,0 0 0,0 0-1,0-2 1,-1 1 0,1-2 0,-1 0-1,0-1 1,0-1 0,17-10 0,-21 11-166,1-1 1,-1 0 0,-1-1 0,1 0 0,-1 0 0,-1-1 0,0 0 0,0 0 0,-1-1-1,0 0 1,0-1 0,-1 1 0,-1-1 0,0-1 0,6-18 0,-10 27 8,0-1 0,0 1 0,-1 0 1,1 0-1,-1 0 0,0-1 0,0 1 0,0 0 1,-1-1-1,1 1 0,-1 0 0,1 0 0,-1 0 1,0 0-1,-2-4 0,2 6-23,0-1 1,0 0-1,-1 0 1,1 1-1,-1-1 1,1 0-1,-1 1 0,1 0 1,-1-1-1,0 1 1,0 0-1,0 0 1,0 0-1,0 0 1,0 0-1,0 0 0,-3 0 1,-1 0-19,1 1 1,0-1-1,-1 1 1,1 0-1,-1 1 1,1-1-1,0 1 1,-1 0-1,1 0 1,0 1 0,0 0-1,0 0 1,0 0-1,0 0 1,0 1-1,-8 5 1,0 3 12,0 0 0,1 1 0,0 1 0,1 0 0,0 0 1,-10 18-1,14-20 26,1 0 0,0 0 0,0 1 0,1 0 0,1 0 0,0 0 1,0 0-1,-3 26 0,8-34-35,-1 0 0,1 1 0,0-1 0,0 0 0,0 0 1,0 0-1,1 0 0,-1 0 0,1 0 0,0 0 0,1-1 0,-1 1 0,1 0 1,-1-1-1,1 0 0,0 0 0,0 0 0,5 4 0,8 6-30,1 0-1,25 14 1,-34-23 4,6 5-332,1-1 1,-1-1-1,1 0 1,1-1 0,-1-1-1,1-1 1,21 4-1,-24-6-854,0-1-1,0-1 1,0 0-1,0 0 0,25-6 1,23-7-2634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9.0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346 35 4089,'-17'17'8351,"-11"7"-3769,-156 120-2391,176-138-2305,-1-1-1,0 0 1,0-1-1,-14 5 1,19-8-326,0 1 1,0-1-1,-1-1 1,1 1-1,0-1 1,-1 0-1,-7 0 1,12 0 146,-1 0 0,0 0-1,0 0 1,0-1 0,1 1 0,-1 0 0,0 0 0,0-1 0,1 1 0,-1-1 0,0 1 0,1 0 0,-1-1 0,0 1 0,1-1 0,-1 0 0,1 1 0,-1-1 0,1 1 0,-1-1 0,1 0 0,-1 1 0,1-1 0,0 0 0,-1 0 0,1-1 0,0-26-3882,23-36 2594,-17 49 1878,6-32 1548,-1 0 2103,7 9 3524,-10 44-3890,1 17-2600,-9-23-917,6 16 151,1-1 0,0 0 0,1 0 0,0-1 0,2 0 0,16 21 0,-15-23-498,0-1 0,0 0 0,1-1 0,1 0 1,-1-1-1,29 16 0,-11-12-421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9.9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0 16323,'-1'3'204,"0"0"0,0 0-1,0 0 1,0 0-1,1 0 1,-1 0 0,1 0-1,0 1 1,0-1-1,0 0 1,0 3 0,0 1 13,-1 51-245,2-1 0,2 0 0,3 0 0,3 0 0,1 0 0,4-2 0,2 1 0,38 88 0,-41-106-157,-10-30 219,-1 0 1,1-1-1,0 1 1,1 0-1,-1-1 1,10 13-1,-12-19 7,1 1-1,0 0 1,0-1-1,0 1 1,0-1 0,0 0-1,1 1 1,-1-1-1,0 0 1,0 0-1,1-1 1,-1 1-1,1 0 1,-1-1-1,0 1 1,1-1-1,-1 0 1,1 0-1,-1 0 1,1 0-1,-1 0 1,1-1-1,-1 1 1,1-1-1,-1 0 1,0 1-1,4-3 1,11-3 114,1-2 1,-1 0-1,-1-1 0,0-1 1,0 0-1,16-15 0,-3 0 307,51-56 0,-75 75-383,-1 0 0,1 0 0,-2 0 0,1 0 1,-1-1-1,0 1 0,3-9 0,-6 14-69,1 0 1,-1 0-1,0 0 0,1 0 0,-1 0 1,0 0-1,0 0 0,0 0 1,1-1-1,-1 1 0,0 0 1,-1 0-1,1 0 0,0 0 0,0 0 1,0-1-1,-1 1 0,1 0 1,-1 0-1,1 0 0,0 0 1,-1 0-1,0 0 0,1 0 1,-1 0-1,0 0 0,1 0 0,-1 1 1,0-1-1,0 0 0,0 0 1,0 1-1,0-1 0,0 1 1,0-1-1,0 0 0,0 1 0,0 0 1,0-1-1,0 1 0,0 0 1,0-1-1,-1 1 0,1 0 1,0 0-1,0 0 0,0 0 0,0 0 1,0 0-1,-1 0 0,1 1 1,-1-1-1,-3 1-14,0 0-1,1 0 1,-1 0-1,1 1 1,-1-1-1,1 1 1,-1 0 0,1 0-1,0 1 1,0-1-1,0 1 1,0 0 0,1 0-1,-1 1 1,1-1-1,0 0 1,0 1 0,0 0-1,0 0 1,0 0-1,1 0 1,0 0-1,0 1 1,0-1 0,0 1-1,-1 5 1,1-2 39,0-1 0,0 1 1,1 0-1,-1 0 0,2 0 1,-1 0-1,1 0 0,0 0 0,1-1 1,0 1-1,0 0 0,1 0 1,0 0-1,0-1 0,5 10 0,-5-12-9,1 1-1,1-1 0,-1 0 0,1 0 1,0-1-1,0 1 0,0-1 0,1 0 1,-1 0-1,1 0 0,0-1 1,0 1-1,0-1 0,1-1 0,-1 1 1,1-1-1,0 0 0,-1 0 0,1 0 1,0-1-1,0 0 0,0 0 0,9 0 1,-5-1-1,0-1 1,1 0 0,-1-1 0,0 0 0,0-1 0,0 0 0,-1 0-1,1-1 1,-1 0 0,1-1 0,-1 0 0,-1 0 0,9-7 0,39-39 72,-44 39-69,1 0 1,1 0-1,0 1 1,20-12-1,-34 23-27,1-1-1,-1 1 1,1 0-1,-1 0 1,1 0 0,0-1-1,-1 1 1,1 0 0,0 0-1,-1 0 1,1 0-1,-1 0 1,1 0 0,0 0-1,-1 1 1,1-1-1,0 0 1,-1 0 0,1 0-1,-1 1 1,1-1 0,-1 0-1,1 0 1,-1 1-1,1-1 1,-1 0 0,1 1-1,-1-1 1,1 1-1,-1-1 1,1 1 0,-1-1-1,0 1 1,1-1 0,-1 1-1,0-1 1,1 2-1,12 29-22,-4-7 38,-6-19-2,0-1 0,0 0 0,0 1-1,0-1 1,1-1 0,-1 1 0,1 0 0,0-1-1,1 0 1,-1 0 0,0 0 0,1 0 0,-1-1-1,1 0 1,0 0 0,0 0 0,0 0 0,0-1-1,0 0 1,0 0 0,1 0 0,-1-1 0,0 0-1,0 0 1,10-1 0,4-3 61,-1-1 0,1 0 0,-1-2 0,0 0 0,27-16 0,-23 12-61,-17 9-24,-1 0-1,1 0 1,-1 0-1,1 0 1,0 1-1,0 0 1,0 0-1,0 0 1,9 0-1,-12 1 5,1 1 0,-1-1 0,0 1 0,1 0 0,-1-1 0,0 1 0,0 0 0,0 1 0,0-1 0,0 0-1,0 1 1,0-1 0,0 1 0,0-1 0,0 1 0,-1 0 0,1 0 0,-1 0 0,1 0 0,-1 0 0,0 0 0,1 2-1,3 6-34,1-1-1,0 0 1,0-1-1,1 1 1,0-1-1,0-1 0,13 11 1,-15-14-213,0-1 0,0 1 1,1-1-1,-1-1 0,1 1 1,0-1-1,0 0 0,0 0 0,0 0 1,0-1-1,0 0 0,1 0 0,-1-1 1,7 0-1,32-4-1165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0.8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344 363 11891,'-17'4'1593,"1"0"1,-1 0 0,1 1 0,-32 16 0,27-10-1320,1 1 0,0 1 0,0 1 0,2 0 0,0 2 0,0 0 0,2 1 0,0 0 0,-27 40-1,41-53-227,-1 0 0,1 0-1,0 1 1,0-1-1,0 1 1,0 0 0,1-1-1,0 1 1,0 0-1,0 0 1,1 0 0,0 0-1,-1 0 1,2 6-1,0-9-35,-1 0 0,1 0 0,0 0 0,-1 0 0,1-1 0,0 1 0,0 0 0,0-1 0,1 1 0,-1 0 0,0-1 0,1 1 0,-1-1 0,1 0 0,-1 0 0,1 1 1,-1-1-1,1 0 0,0 0 0,0 0 0,0-1 0,-1 1 0,1 0 0,0-1 0,0 1 0,0-1 0,0 0 0,0 0 0,0 1 0,0-1 0,0 0 0,0-1 0,0 1 0,0 0 0,0-1 0,0 1 0,3-2 0,6 0-58,0-1 1,-1-1-1,1 0 0,-1 0 1,0-1-1,0-1 0,0 1 1,-1-2-1,1 1 1,-2-1-1,1 0 0,-1-1 1,0 0-1,-1-1 1,1 1-1,-2-1 0,8-13 1,-2 2 72,0-1 1,-2-1 0,-1 0-1,0 0 1,-1-1-1,-2 1 1,5-32 0,-4 15 222,-2 0 0,-2 0 0,-1-1 0,-2 1 0,-2-1 0,-10-57 0,12 95-219,-1-1 0,0 1-1,0-1 1,0 1 0,0-1 0,0 1 0,0 0-1,-1-1 1,1 1 0,-1 0 0,-3-3-1,-7 3 45,0 19-138,8-5 56,0-1-1,1 0 0,1 1 0,0 0 0,0 0 1,1 0-1,1-1 0,0 1 0,1 0 0,0 0 1,0 0-1,2 0 0,-1-1 0,1 1 0,1-1 1,9 21-1,-6-18 11,0 1 0,1-1 0,1 0 0,0-1 0,0 0 1,1-1-1,1 0 0,0 0 0,1-1 0,0-1 0,1 0 0,15 9 0,-9-8-64,0-2 0,1 0-1,0-2 1,1 0 0,0-1-1,0-1 1,0-1-1,26 2 1,-34-5 23,0 0 1,0-2-1,1 1 0,-1-2 0,0 1 0,0-2 1,0 0-1,0-1 0,0 0 0,-1 0 1,0-2-1,0 1 0,0-2 0,15-10 0,-25 16 47,-1 1-1,0-1 1,0 0-1,0 0 1,0 0-1,0 0 1,0 0-1,0 0 1,0 0-1,0-1 1,0 1-1,-1 0 0,1 0 1,0-1-1,0-1 1,-1 3-4,0-1 0,0 1 0,0 0 1,-1-1-1,1 1 0,0-1 0,0 1 1,0 0-1,0-1 0,-1 1 0,1 0 0,0-1 1,-1 1-1,1 0 0,0-1 0,0 1 1,-1 0-1,1-1 0,0 1 0,-1 0 0,1 0 1,-1 0-1,1-1 0,0 1 0,-1 0 1,1 0-1,-1 0 0,1 0 0,0 0 0,-1 0 1,0 0-1,-3-1-1,-1 1 1,1-1-1,-1 1 1,1 1 0,-1-1-1,1 1 1,-9 1-1,7 1-8,0 0-1,0-1 1,0 2 0,1-1-1,0 1 1,-1 0 0,1 0-1,0 0 1,1 1 0,-1 0-1,1 0 1,0 0 0,0 0-1,1 0 1,-1 1 0,1 0-1,1 0 1,-1 0 0,1 0-1,0 0 1,0 0 0,0 1-1,0 9 1,1-12 10,1 0-1,-1 1 1,1-1 0,0 0-1,0 0 1,1 0 0,-1 1-1,1-1 1,0 0 0,0 0-1,0 0 1,1 0-1,-1 0 1,1 0 0,0-1-1,0 1 1,0 0 0,1-1-1,-1 0 1,1 1 0,0-1-1,0 0 1,0-1 0,0 1-1,0 0 1,1-1 0,-1 0-1,1 0 1,0 0 0,0 0-1,0 0 1,-1-1 0,1 1-1,1-1 1,-1 0-1,0-1 1,5 1 0,11 1 14,0-2 0,0 0 0,-1-1 1,1-1-1,0-1 0,-1-1 0,1 0 1,-1-1-1,0-2 0,-1 0 0,27-14 1,-42 19-16,1 0 1,-1 0-1,0 0 1,0-1-1,0 1 1,0-1-1,-1 0 1,1 0-1,-1 0 1,1 0-1,-1-1 1,0 1-1,0 0 1,-1-1-1,1 0 1,-1 1-1,0-1 1,0 0-1,0 0 1,0 1-1,0-1 1,-1 0-1,0 0 1,0 0-1,0 0 1,0 0-1,-1 0 1,1 0-1,-1 0 1,0 1-1,0-1 1,-1 0-1,-1-4 1,-2-3 18,0 0 1,-1 0-1,0 0 1,-1 1 0,0 0-1,0 1 1,-1-1 0,-1 2-1,-14-14 1,91 15 1129,-60 7-1172,1 0 0,-1-1 1,0 0-1,0 0 0,0-1 0,0 0 0,-1 0 0,1-1 1,-1 0-1,1-1 0,-1 0 0,0 0 0,0 0 0,0-1 0,-1 0 1,9-8-1,3-17-230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1.3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37 8634,'-18'0'1520,"6"0"1017,6-3 2296,15 2-3177,12-1-312,5-1-231,12 2-313,2-2-104,7 1-368,8-1 8,1-2-792,3-3-1056,-5 2 944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2.5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292 0 13587,'-17'1'750,"-1"0"0,1 1 0,-19 4-1,20-2-739,1 0 0,-1 1-1,1 1 1,0 0 0,1 1 0,0 1-1,0 0 1,0 1 0,1 0-1,-24 22 1,36-30 25,-1 0 0,0 1 0,1-1 0,-1 0 0,1 1 0,0-1 0,0 1 0,-1-1 0,1 1 0,0 0 0,0-1 0,0 1 0,1 0 0,-1 0 0,0 0 0,1 0 0,-1-1 0,1 1 0,0 0 0,-1 0 0,1 0 0,0 0 1,0 0-1,0 0 0,1 0 0,-1 0 0,0 0 0,1 0 0,1 3 0,0-2 69,1 0 1,-1-1 0,1 0 0,0 1 0,0-1-1,0 0 1,0-1 0,1 1 0,-1-1-1,0 1 1,1-1 0,-1 0 0,1 0 0,0 0-1,6 0 1,47 7 362,-13-2-291,58 16-1,-91-19-168,1 1 1,-1 0-1,0 0 0,-1 1 0,1 1 1,-1 0-1,0 0 0,0 1 0,-1 0 0,10 10 1,-19-17-5,1 1 1,-1 0-1,1-1 1,-1 1-1,1 0 1,-1-1-1,1 1 1,-1 0-1,1 0 1,-1 0-1,0-1 1,0 1-1,1 0 1,-1 0-1,0 0 1,0 0-1,0 0 1,0 0-1,0-1 1,0 1-1,0 0 1,0 0-1,-1 0 1,1 0-1,0 0 1,0-1-1,-1 1 1,1 0-1,0 0 1,-1 0-1,1-1 1,-1 1-1,1 0 1,-1 0-1,1-1 1,-1 1-1,0-1 1,1 1-1,-1 0 1,0-1-1,0 1 1,1-1-1,-1 0 1,0 1-1,0-1 1,0 1-1,-45 18 99,41-17-92,-60 17 60,41-12 246,0 0-1,-45 21 0,69-28-291,0 0 0,0 0 0,1 0-1,-1 0 1,0 0 0,0 0 0,0 0 0,0 0 0,0 0 0,0 0-1,0 0 1,0 0 0,0 0 0,0 1 0,0-1 0,0 0-1,0 0 1,0 0 0,0 0 0,0 0 0,0 0 0,0 0 0,0 0-1,0 0 1,0 0 0,0 0 0,0 1 0,0-1 0,0 0 0,0 0-1,0 0 1,0 0 0,0 0 0,0 0 0,0 0 0,0 0 0,0 0-1,0 0 1,0 1 0,0-1 0,0 0 0,0 0 0,0 0 0,0 0-1,0 0 1,0 0 0,0 0 0,0 0 0,0 0 0,0 0 0,-1 0-1,17 0 512,19-5-144,38-18-239,-1-3 0,-2-4 1,0-2-1,124-80 0,-141 70-60,-99 66-89,42-21-5,1-1 0,0 1 1,0 0-1,0-1 0,1 1 0,-1 1 1,1-1-1,0 0 0,0 0 0,0 1 1,0 0-1,0-1 0,1 1 0,-1 0 1,1 0-1,0-1 0,0 1 1,1 0-1,-1 0 0,1 0 0,0 0 1,0 0-1,0 0 0,1 0 0,-1 0 1,1 0-1,0 0 0,0 0 0,0 0 1,1 0-1,-1-1 0,1 1 0,0-1 1,0 1-1,0-1 0,0 0 0,1 1 1,0-1-1,2 2 0,8 9 8,0-2 1,1 0-1,0 0 1,1-1-1,0-1 0,0-1 1,24 11-1,-25-13 23,1-1 0,1 0 0,-1-1 0,1-1 0,0-1 0,0 0 0,0-1 0,25 1 0,-32-4-273,-1 1 1,0-1-1,0 0 0,0-1 0,0 0 0,0 0 0,0-1 0,0 0 0,0 0 0,-1-1 0,0 0 0,0 0 0,0-1 0,0 0 0,-1 0 0,1 0 0,-1-1 0,6-8 0,7-10-1223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2.7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48 22821,'1'-6'760,"-1"1"-184,5-5-576,2 0-64,2 1-1384,1 1-2337,20 8 1969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3.2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13 141 14907,'0'0'155,"0"0"-1,-1 1 0,1-1 1,0 0-1,-1 0 0,1 0 1,0 0-1,-1 1 0,1-1 1,0 0-1,-1 0 0,1 0 1,0 0-1,-1 0 1,1 0-1,-1 0 0,1 0 1,0 0-1,-1 0 0,1 0 1,0 0-1,-1 0 0,1 0 1,0-1-1,-1 1 0,1 0 1,0 0-1,-1 0 1,1 0-1,0-1 0,-1 1 1,1 0-1,0 0 0,0 0 1,-1-1-1,1 1 0,0 0 1,-1-1-1,3-16 2003,17-18-1405,-9 27-715,-1-1-1,1 1 1,1 0 0,-1 1 0,1 0 0,1 1-1,-1 0 1,1 1 0,0 0 0,0 1 0,1 1-1,-1-1 1,1 2 0,-1 0 0,1 0 0,0 2-1,0-1 1,0 1 0,0 1 0,0 1 0,-1 0 0,1 0-1,0 1 1,20 8 0,-5-1 66,-1 0-1,-1 2 1,0 0 0,0 2-1,-1 1 1,-1 1 0,-1 2-1,31 27 1,-47-36-123,17 13 208,-14-23-319,-5-15-402,-4-7-296,-2-9 255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3.3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0 15827,'-12'5'1841,"4"0"1231,5 0-2335,2 1 63,2-3-936,5 1-904,9 2 607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3.9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97 12835,'15'26'6295,"1"-15"-3593,-14-11-2659,1 0 0,-1 0-1,1-1 1,-1 1 0,1-1 0,-1 1 0,0-1 0,1 0 0,-1 0-1,0 0 1,0 0 0,1 0 0,-1 0 0,0-1 0,0 1 0,0-1-1,-1 0 1,3-1 0,0 0-18,-1-1-1,0 1 1,1 0-1,-1-1 0,-1 0 1,1 1-1,-1-1 1,1-1-1,-1 1 1,0 0-1,0 0 1,-1-1-1,1 1 0,-1-1 1,0 1-1,0-1 1,-1 1-1,1-1 1,-1 0-1,0 1 1,-1-1-1,1 0 1,-2-5-1,2 10-10,0-1 0,0 0 0,-1 1 0,1-1 0,0 1 0,-1-1 0,1 1 0,-1-1 0,1 1 0,-1 0 0,1-1 0,0 1 0,-1 0 0,0-1 0,1 1 0,-1 0 0,1-1 1,-1 1-1,1 0 0,-1 0 0,0 0 0,1-1 0,-1 1 0,1 0 0,-1 0 0,0 0 0,1 0 0,-1 0 0,1 0 0,-1 0 0,0 0 0,1 1 0,-1-1 0,1 0 0,-1 0 0,0 0 0,1 1 0,-1-1 0,1 0 0,-1 1 0,1-1 0,-1 0 0,1 1 0,-1-1 0,1 1 0,-1-1 0,1 1 0,0-1 0,-1 1 1,1-1-1,0 1 0,-1-1 0,1 2 0,-23 29 140,18-22-152,1 0 0,0 0 0,0 0 0,1 1 0,0-1 0,1 1 0,0 0 0,0-1 0,1 1 0,1 19 0,0-25 7,1 1 1,0 0 0,0-1 0,0 1-1,1-1 1,-1 1 0,1-1 0,0 0-1,0 0 1,1 0 0,-1 0 0,1 0-1,0 0 1,0-1 0,0 1 0,0-1-1,1 0 1,-1 0 0,1 0-1,0-1 1,0 1 0,0-1 0,0 0-1,1 0 1,4 2 0,21 4 32,1 0 1,0-2-1,0-2 0,0 0 1,0-2-1,1-2 1,-1 0-1,47-8 0,-59 5-72,0 0 0,0-1 0,-1-1 0,0 0-1,0-2 1,0 0 0,18-11 0,-31 15 37,1 0 0,-1 0 0,0-1 1,0 0-1,0 0 0,-1 0 0,1 0 0,-1-1 1,0 0-1,-1 0 0,1 0 0,-1 0 0,0-1 1,0 1-1,0-1 0,-1 0 0,0 0 0,0 0 1,-1 0-1,1 0 0,-1 0 0,-1 0 1,1 0-1,-1-12 0,3 37 721,-3-17-730,1 1 0,0-1 0,0 0 0,0 1 0,0-1 0,0 0 0,0 0 0,1 0 0,-1 0 0,1 0 0,-1 0 0,1 0 0,0-1 0,0 1 0,4 2 0,10 4 10,0-2-1,0 0 1,1-1 0,0-1 0,30 4-1,41 12 6,-72-13-11,0 0 0,-1 1 1,1 0-1,-2 1 0,19 15 0,19 12 93,-41-32 1066,-5-12-503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4.6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233 1 21205,'-13'0'920,"-3"3"400,-7 9-864,1 4 16,-6 14-288,0 4-112,1 16-32,0 5 16,7 15-40,2 2-8,10 5-16,5-4-8,14-11-152,5-7-176,14-16-848,4-4-1113,13-17 1169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5.3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125 1 15331,'-25'16'355,"12"-9"158,1 1 0,0 0 0,0 1 0,1 0 0,0 1 0,-17 20 0,28-30-496,0 1 0,0-1-1,0 1 1,-1-1-1,1 1 1,0-1-1,0 1 1,0-1 0,0 0-1,0 1 1,0-1-1,1 1 1,-1-1-1,0 1 1,0-1 0,0 1-1,0-1 1,0 1-1,1-1 1,-1 0-1,0 1 1,0-1 0,1 1-1,-1-1 1,0 0-1,1 1 1,-1-1 0,0 0-1,1 1 1,-1-1-1,0 0 1,1 0-1,-1 1 1,1-1 0,-1 0-1,1 0 1,-1 0-1,1 0 1,-1 0-1,0 1 1,2-1 0,24 7 72,-20-6-22,13 4 2,14 3 8,45 17-1,-68-21-72,-1 0 0,-1 0 0,1 1 0,-1 0 0,1 1 0,-2 0 0,1 0 0,-1 0 0,11 13 0,-17-18 1,0-1 0,0 1-1,-1 0 1,1-1 0,0 1-1,-1 0 1,1 0 0,-1 0-1,1-1 1,-1 1 0,0 0-1,1 0 1,-1 0-1,0 0 1,1 0 0,-1 0-1,0 0 1,0 0 0,0 0-1,0 0 1,0 0 0,0 0-1,0-1 1,0 1 0,0 0-1,0 0 1,-1 0 0,1 0-1,-1 1 1,0-1-1,-1 1-1,1-1 1,-1 0 0,1 0 0,-1-1 0,1 1-1,-1 0 1,1 0 0,-1-1 0,0 1-1,0-1 1,1 1 0,-1-1 0,-3 0 0,-12 1-28,0 0 0,-28-4 0,34 2-17,-86 0-35,157-5 117,0-3-1,-1-2 1,0-3-1,-1-3 0,0-2 1,80-39-1,-134 56 5,0 0 51,0 0-1,0 0 1,0 0 0,0 0-1,0-1 1,-1 0 0,1 0-1,-1 0 1,3-3 0,-6 5-74,0 1 1,0 0 0,0 0 0,0-1 0,0 1 0,-1 0 0,1 0-1,0-1 1,0 1 0,0 0 0,-1 0 0,1-1 0,0 1 0,0 0-1,0 0 1,-1 0 0,1 0 0,0-1 0,0 1 0,-1 0 0,1 0-1,0 0 1,-1 0 0,1 0 0,0 0 0,0 0 0,-1 0 0,1 0-1,0 0 1,-1 0 0,1 0 0,0 0 0,-1 0 0,1 0 0,0 0-1,0 0 1,-1 0 0,1 0 0,0 0 0,-1 1 0,1-1 0,0 0-1,0 0 1,-1 0 0,1 0 0,0 1 0,0-1 0,-20 4 155,11 0-141,-1 1 1,1-1-1,1 1 1,-1 1-1,1-1 1,0 2-1,0-1 1,0 1-1,1 0 1,-10 14-1,15-19-11,0 0-1,0 1 0,0-1 0,1 1 1,-1-1-1,1 1 0,0 0 0,0-1 0,0 1 1,0 0-1,0 0 0,1 0 0,-1 0 1,1 0-1,-1-1 0,1 1 0,0 0 0,1 0 1,-1 0-1,0 0 0,1 0 0,0 0 1,-1 0-1,1 0 0,0-1 0,0 1 0,1 0 1,-1-1-1,1 1 0,-1-1 0,1 1 1,0-1-1,0 0 0,0 1 0,0-1 0,0 0 1,0-1-1,1 1 0,-1 0 0,3 1 1,13 7-187,-1 0 0,1-1 0,1-1 1,0-1-1,0-1 0,0 0 1,1-1-1,-1-1 0,36 2 1,1-4-619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5.9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227 878 19140,'4'11'198,"7"18"609,12 41 0,-22-63-687,1-1 0,-1 0 0,0 1 0,0-1 0,-1 1 0,0-1 0,0 1 0,0-1 1,-1 1-1,0-1 0,0 1 0,-1-1 0,-2 8 0,3-13-90,1 0 1,-1 0 0,1-1-1,-1 1 1,1 0 0,-1-1-1,1 1 1,-1 0 0,0-1-1,1 1 1,-1-1 0,0 1-1,0-1 1,1 1 0,-1-1-1,0 1 1,0-1 0,0 0-1,0 1 1,0-1 0,1 0-1,-1 0 1,0 0-1,0 0 1,0 0 0,0 0-1,0 0 1,0 0 0,0 0-1,0 0 1,1 0 0,-1-1-1,0 1 1,0 0 0,0-1-1,0 1 1,1 0 0,-1-1-1,0 1 1,0-1 0,1 1-1,-1-1 1,0 0-1,1 1 1,-1-1 0,0 0-1,1 1 1,-1-1 0,0-1-1,-31-39 646,19 17-564,1-1 0,1 0-1,1 0 1,1-1-1,1-1 1,-6-37 0,-13-168 533,25 210-535,0-3 0,-10-197 815,12 182-761,1 1 0,2 0 0,14-61 0,-15 89-142,2 1 0,-1-1 0,2 1 0,-1 0 0,11-15 0,-14 22-26,0 1 1,0 0-1,1 0 1,-1 0-1,1 0 1,-1 0 0,1 0-1,0 1 1,0-1-1,0 0 1,0 1 0,0-1-1,0 1 1,0 0-1,0 0 1,1 0-1,-1 0 1,0 0 0,1 0-1,-1 1 1,1-1-1,-1 1 1,0-1 0,1 1-1,-1 0 1,1 0-1,0 0 1,-1 1-1,5 0 1,-5 0-6,0 0-1,0 1 1,0-1 0,-1 1-1,1-1 1,0 1-1,-1 0 1,1 0 0,-1-1-1,0 1 1,1 0 0,-1 0-1,0 0 1,0 1-1,0-1 1,-1 0 0,1 0-1,0 0 1,-1 1 0,1-1-1,-1 0 1,0 1-1,0-1 1,0 0 0,0 1-1,0-1 1,-1 4 0,0 1-2,0 1 0,0-1 0,-1 0 1,0 1-1,0-1 0,0 0 1,-6 10-1,4-10-32,-1-1 0,0 0 0,0-1 1,0 1-1,0-1 0,-1 0 0,0 0 0,0 0 0,-1-1 0,-7 4 1,-72 29-2458,53-25 60,22-8-506,17-3 877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6.2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127 97 15683,'-5'5'210,"-70"73"2805,70-71-2863,0-1 0,0 2 0,0-1 0,1 0 0,0 1 0,0 0 0,1 0-1,0 0 1,1 0 0,-3 11 0,5-17-123,-1 0 0,1 0 1,0 0-1,0 0 0,-1-1 0,1 1 0,1 0 0,-1 0 0,0 0 1,0 0-1,1 0 0,-1 0 0,1 0 0,0-1 0,-1 1 1,1 0-1,0 0 0,0-1 0,0 1 0,0-1 0,0 1 0,1-1 1,1 3-1,-1-3 4,1 0 1,-1 0-1,0 0 1,1 0-1,-1 0 0,1-1 1,-1 1-1,1-1 1,0 0-1,-1 0 1,1 0-1,-1 0 0,1 0 1,-1 0-1,4-1 1,6-2 17,0 0 1,1-1 0,-2 0-1,1-1 1,20-11-1,-20 9-25,0-1-1,-1 0 1,-1-1-1,1 0 1,-1 0-1,-1-1 1,0-1-1,0 1 1,10-18-1,-16 23 37,-1 1 0,0 0 0,0 0 0,0-1 0,0 1 0,-1-1 0,0 0 0,0 1 0,0-1 0,-1 0 0,1 0-1,-1 1 1,0-1 0,0 0 0,-1 0 0,0 0 0,1 1 0,-2-1 0,1 0 0,0 1 0,-1-1 0,0 1 0,0 0 0,0-1 0,-1 1 0,1 0 0,-1 0 0,0 1 0,0-1 0,-5-4 0,2 3-37,1 1 0,-1 0 1,0 1-1,-1-1 1,1 1-1,0 0 1,-1 0-1,0 1 1,1 0-1,-1 0 1,0 1-1,0 0 0,0 0 1,0 0-1,-14 2 1,17-1-182,-1 0 0,1 1 0,-1 0 1,1 0-1,0 0 0,-1 0 0,1 1 1,0 0-1,0 0 0,0 0 0,-6 4 0,8-4-150,-1 0-1,1 0 0,0 1 1,0-1-1,0 1 1,0-1-1,1 1 0,-1 0 1,1-1-1,-1 1 0,1 0 1,0 0-1,0 0 0,0 0 1,0 0-1,1 0 1,0 0-1,-1 4 0,5 16-1780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6.8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0 211 13035,'3'-1'538,"-1"0"0,0 0 0,1-1 0,-1 1 0,0-1 0,0 1 0,0-1 0,0 0 0,0 1 0,0-1 0,-1 0 0,1 0 1,-1 0-1,1-1 0,1-3 0,20-44-34,-10 20 44,-8 21-435,0 0 0,1 1 1,0 0-1,1 0 1,-1 0-1,2 1 1,8-7-1,-15 12-90,0 1-1,0 0 0,1 0 1,-1 0-1,1 0 1,-1 0-1,1 0 0,-1 1 1,1-1-1,-1 0 0,1 1 1,0-1-1,-1 1 0,1 0 1,0-1-1,0 1 0,-1 0 1,1 0-1,0 0 1,-1 0-1,1 1 0,0-1 1,0 0-1,-1 1 0,1-1 1,0 1-1,-1-1 0,1 1 1,-1 0-1,1 0 0,-1 0 1,1 0-1,-1 0 1,0 0-1,1 0 0,-1 0 1,0 0-1,0 1 0,0-1 1,0 1-1,0-1 0,0 0 1,0 1-1,0 0 0,-1-1 1,1 1-1,-1-1 1,1 1-1,0 2 0,10 30 94,-9-28-46,-1 1-1,1 0 1,1 0 0,-1-1 0,1 1 0,0-1 0,1 0-1,-1 0 1,1 0 0,0-1 0,1 1 0,0-1 0,-1 0-1,8 6 1,-11-11-60,0 0 0,1 0 1,-1 0-1,0 1 0,0-1 0,0 0 0,1-1 0,-1 1 0,0 0 0,0 0 0,0 0 1,1-1-1,-1 1 0,0-1 0,0 1 0,0-1 0,0 1 0,0-1 0,0 1 1,0-1-1,0 0 0,0 0 0,0 1 0,0-1 0,-1 0 0,1 0 0,0 0 0,0 0 1,-1 0-1,1 0 0,-1 0 0,1 0 0,-1-1 0,1 0 0,23-50-79,-20 42 24,1-6-21,20-40-70,-25 55 131,1-1 0,0 0 0,0 1 0,0-1 0,0 1 0,0 0-1,0-1 1,0 1 0,0 0 0,1-1 0,-1 1 0,1 0 0,-1 0 0,0 0 0,1 0-1,0 0 1,-1 1 0,1-1 0,0 0 0,-1 1 0,1-1 0,0 1 0,0 0 0,-1-1-1,1 1 1,3 0 0,-1 3 5,1 0 0,-1 0 0,1 0 0,-1 1 0,0-1 0,0 1 0,-1 0 0,1 0 0,-1 1 0,0-1 1,5 9-1,7 9 35,0-7-151,1 0 0,0 0 0,1-2 0,0 0 0,1-1 0,28 15 0,-11-13-247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7.3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1 9826,'-89'38'3251,"89"-38"-3211,-1 0 0,1 0-1,0 0 1,0 0-1,-1 0 1,1 0-1,0 0 1,0 1-1,-1-1 1,1 0 0,0 0-1,0 0 1,-1 0-1,1 0 1,0 1-1,0-1 1,0 0-1,-1 0 1,1 0 0,0 1-1,0-1 1,0 0-1,0 0 1,0 0-1,-1 1 1,1-1-1,0 0 1,0 0 0,0 1-1,0-1 1,0 0-1,0 1 1,0-1-1,0 0 1,0 0-1,0 1 1,0-1 0,0 0-1,0 0 1,0 1-1,0-1 1,0 0-1,1 0 1,-1 1 0,14 5 730,21-1-323,-13-5-168,-5 0-266,1 1 0,-1 1 0,25 5-1,-39-7 38,-1 0-1,1 1 1,0 0-1,-1 0 1,1 0-1,-1 0 1,1 0-1,-1 0 1,1 0-1,-1 1 1,0-1-1,0 1 1,0 0-1,0 0 1,0 0-1,0 0 1,0 0 0,-1 0-1,1 0 1,-1 0-1,1 1 1,-1-1-1,0 1 1,0-1-1,0 1 1,0-1-1,0 1 1,-1 0-1,1 2 0,-1-2 44,-1 0 0,1 0 0,-1 0 0,0 0 0,0 0 0,0-1 0,0 1 0,0 0 0,-1-1 0,1 1 0,-1-1 0,0 1 0,0-1-1,0 0 1,0 0 0,0 0 0,0 0 0,-1 0 0,-3 3 0,-58 32 660,49-30-544,11-4-150,-4 0 1,1 1 1,0 0-1,0 1 0,-10 9 0,16-14-55,0 1-1,1 0 1,-1-1-1,0 1 1,1 0-1,-1-1 1,1 1-1,0 0 1,-1 0-1,1 0 1,-1-1 0,1 1-1,0 0 1,0 0-1,-1 0 1,1 0-1,0 0 1,0-1-1,0 1 1,0 0-1,0 1 1,1 0 2,0-1-1,-1 0 1,1 0 0,0 0 0,0 0 0,0 0 0,0 0-1,0 0 1,0 0 0,0 0 0,0 0 0,0 0 0,0-1-1,1 1 1,-1 0 0,0-1 0,0 1 0,3 0 0,11 2 6,-1 1 1,0-2-1,1 0 0,0-1 1,-1 0-1,1-2 1,0 1-1,0-2 1,-1 0-1,21-5 1,-19 3-42,0 1-1,1 1 1,-1 1 0,1 0 0,0 1 0,-1 0-1,22 5 1,-35-4 9,-1 0-1,1 0 1,-1 0-1,0 0 1,1 0-1,-1 1 1,0-1-1,0 1 1,0 0-1,0-1 1,0 1-1,-1 0 1,1 0-1,-1 0 1,1 0-1,-1 1 1,1-1-1,-1 0 1,0 1-1,0-1 1,0 1-1,-1-1 1,1 1-1,-1-1 1,1 1-1,-1-1 1,0 1-1,0 0 1,0-1-1,0 1 1,0-1-1,0 1 1,-1-1-1,0 1 1,1-1-1,-3 5 1,-1-2-471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7.5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1 22989,'-11'6'656,"3"-2"-216,3-2-112,2-2-56,6-2-912,3-2-832,10 1 712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8.1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16131,'2'17'520,"0"0"-1,1 0 1,0 0-1,2 0 1,0 0-1,1-1 1,1 1-1,0-2 1,1 1-1,17 24 1,-17-28-474,0-1 0,1 0 0,1 0 0,0-1 0,0-1 0,1 1 0,0-2 0,0 0 0,1 0 0,0-1 0,1 0 0,0-1 0,21 8 0,-30-13-72,-1-1 1,1 1-1,-1 0 0,1-1 1,-1 0-1,1 0 0,0 0 0,-1 0 1,1-1-1,-1 1 0,1-1 1,-1 0-1,1 0 0,-1 0 0,0 0 1,1-1-1,2-2 0,0 1-94,-1-1 0,0 0-1,-1 0 1,1 0-1,-1-1 1,0 0 0,0 1-1,0-2 1,3-6 0,1-1 30,-2-1 1,0 0 0,0-1 0,-2 1-1,1-1 1,-2 0 0,3-21 0,-10 16 1233,4 20-1129,0 0 1,-1 0 0,1 0 0,0 0-1,0 0 1,-1 0 0,1 0 0,0 0-1,-1 0 1,1 0 0,0 0 0,0 0-1,-1 0 1,1 0 0,0 0 0,-1 0-1,1 0 1,0 0 0,0 0 0,-1 0-1,1 0 1,0 1 0,0-1 0,-1 0-1,1 0 1,0 0 0,0 0 0,-1 1-1,1-1 1,0 0 0,0 0 0,0 1-1,0-1 1,-1 0 0,1 0 0,0 1-1,0-1 1,0 0 0,0 0 0,0 1-1,0-1 1,0 0 0,0 0 0,0 1-1,-1-1 1,1 0 0,0 1 0,1-1-1,-1 0 1,0 0 0,0 1 0,0-1-1,0 0 1,0 1 0,0-1 0,0 0-1,3 1-76,0-1 0,-1 0-1,1 1 1,-1-1 0,1-1-1,0 1 1,-1 0 0,1-1-1,0 1 1,-1-1 0,1 0-1,4-2 1,29-8 89,1 1 1,1 2 0,0 2-1,70-4 1,-107 10-15,49-5 214,-48 4-219,-1 1 0,1 0 1,0-1-1,0 1 1,-1-1-1,1 1 0,-1-1 1,1 0-1,0 0 0,-1 0 1,1 0-1,-1 0 0,1 0 1,-1 0-1,0 0 0,0-1 1,1 1-1,-1 0 1,0-1-1,0 1 0,0-1 1,0 1-1,-1-1 0,2-2 1,-2 4-4,0-1 0,0 0 0,0 1 0,0-1 0,0 0 0,0 0 0,0 1 0,0-1 0,0 0 1,-1 0-1,1 1 0,0-1 0,0 0 0,-1 1 0,1-1 0,0 0 0,-1 1 0,1-1 0,-1 0 0,1 1 0,-1-1 0,1 1 1,-1-1-1,1 1 0,-1-1 0,1 1 0,-1 0 0,0-1 0,-28-7 48,-28 7-126,36 3-154,1 1-1,-38 11 1,50-12 89,1 0 1,-1 1 0,1 0 0,0 0 0,0 1 0,0 0-1,0 1 1,1-1 0,-1 1 0,-7 8 0,13-11 123,0-1 0,0 0 0,0 1 0,1-1 0,-1 1 0,0-1 0,1 1 0,0-1 0,-1 1 0,1-1 0,0 1 0,-1-1 0,1 1 0,0 0 1,0-1-1,0 1 0,1-1 0,-1 1 0,0 0 0,1-1 0,-1 1 0,0-1 0,1 1 0,0-1 0,-1 0 0,1 1 0,0-1 0,0 0 0,0 1 0,0-1 1,0 0-1,0 0 0,0 0 0,0 0 0,1 0 0,-1 0 0,0 0 0,0 0 0,1 0 0,1 0 0,8 7 143,0-1-1,1-1 1,18 7-1,-29-12-118,10 4-45,0 0-1,1-1 1,0 0-1,0-1 1,0 0-1,0-1 1,0 0-1,1-1 1,-1 0 0,1-1-1,-1-1 1,1 0-1,-1 0 1,0-1-1,0-1 1,0 0-1,0-1 1,0 0-1,17-9 1,4-6-689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8.4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0 6313,'-14'54'1353,"16"4"2303,5 7-2239,10 12-73,-3 7-504,3 7-560,0 2-560,0-1 208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19.1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 17364,'-4'4'1880,"5"5"649,5 1-49,6 7-1136,2 5-415,5 12-457,3 9-168,6 21-160,3 11-48,-1 23-96,0 6 0,-11 8 112,-9 0-408,-13-17-536,-17-11 560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4.1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 2825,'-33'8'17017,"49"-4"-16396,197 22 957,-68-11-1245,388 42 35,-421-52-346,-1-4 0,202-25 0,-307 21-2031,-15 2-1442,-6 2 1314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4.4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0 14035,'0'0'37,"0"0"1,-1 0-1,1 0 1,0 0-1,0 0 1,0 0-1,0 0 0,0 0 1,0 0-1,0 0 1,0 0-1,-1 0 1,1 0-1,0 0 0,0 0 1,0 0-1,0 0 1,0 0-1,0 0 1,0 0-1,0 0 0,0 1 1,-1-1-1,1 0 1,0 0-1,0 0 1,0 0-1,0 0 0,0 0 1,0 0-1,0 0 1,0 0-1,0 0 1,0 0-1,0 0 0,0 1 1,0-1-1,0 0 1,0 0-1,0 0 1,0 0-1,-1 0 0,1 0 1,0 0-1,0 0 1,0 1-1,0-1 1,0 0-1,0 0 0,1 0 1,-1 0-1,0 0 1,0 0-1,0 0 1,0 0-1,0 0 0,0 1 1,0-1-1,0 0 1,0 0-1,0 0 1,0 0-1,0 0 0,0 0 1,0 0-1,0 0 1,9 9 744,12 5-639,112 41 938,-72-31-483,76 40-1,-134-62-584,0-1 1,-1 1-1,1 0 0,0 0 1,-1 0-1,0 0 0,1 0 0,-1 0 1,3 5-1,-4-6 4,-1-1 1,0 1-1,1 0 1,-1-1-1,0 1 0,0 0 1,0 0-1,1-1 1,-1 1-1,0 0 0,0 0 1,0-1-1,0 1 1,0 0-1,0 0 0,0-1 1,-1 1-1,1 0 1,0 0-1,0-1 0,0 1 1,-1 0-1,1-1 1,0 1-1,-2 1 1,-1 1 34,0-1 1,-1 1-1,1 0 1,-1-1 0,0 0-1,0 0 1,0 0 0,0 0-1,0-1 1,0 0 0,0 0-1,-6 1 1,-7 3-303,-1-2 0,1 0 1,-1-1-1,0 0 0,0-2 1,0 0-1,-18-3 0,19-4-2464,10-6 615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04.6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130 4 5329,'-16'-3'1608,"-4"3"1233,0 9-224,-1 4-129,1 8-1024,4 3-239,6 5-385,4-2-320,6 0-312,1 1-72,8-3-312,2-1-1080,-2-1 776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28.2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4 8834,'-7'-3'6965,"6"2"-6670,0 1-1,-1 0 0,1 0 1,0 0-1,0 0 0,-1 1 1,1-1-1,0 0 0,0 0 1,0 1-1,-1-1 0,1 1 1,0-1-1,0 1 0,0-1 1,0 1-1,0 0 0,0-1 1,0 1-1,0 0 0,0 0 1,-1 2-1,1 8-197,0 0 1,1 0 0,0 0-1,1 0 1,0 1 0,1-1-1,0 0 1,0 0 0,2-1-1,5 16 1,-3-10-42,-2 0 0,1 0 1,2 27-1,-7-35-35,0-1 1,-1 1-1,1-1 0,-2 0 1,1 0-1,-1 1 0,0-1 1,0 0-1,-1-1 1,0 1-1,0 0 0,-1-1 1,0 1-1,0-1 1,-9 11-1,-15 23 105,54-67 1159,-15 9-1256,0 1 0,0 1 0,1 0 0,2 0 0,-1 1 0,2 1 0,0 0 0,20-14 0,-24 19-13,2 1 0,-1 1 0,1 0 1,0 0-1,1 1 0,-1 1 1,1 1-1,0-1 0,0 2 1,1 0-1,-1 1 0,18-1 1,-33 5-88,0-1 1,0 0-1,1 0 1,-1 1-1,0-1 1,1 1-1,-1-1 1,1 0-1,-1 1 1,1-1-1,0 1 1,0-1-1,0 1 1,0-1 0,0 1-1,0-1 1,0 1-1,0 1 1,9 8-408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20.7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15259,'282'7'9704,"15"10"-6942,535 6-4137,-825-23 1355,36-1-597,0-3 0,56-10 1,-71 5 21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21.1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48 3 14403,'-1'0'191,"0"0"0,0-1 0,0 1 0,0 0 0,0-1 0,1 1 0,-1 0 0,0 0 0,0 0 0,0 0 0,0 0 0,0 0 0,0 0 0,0 0-1,0 1 1,0-1 0,0 0 0,0 0 0,0 1 0,0-1 0,0 1 0,1-1 0,-1 1 0,0-1 0,0 1 0,0-1 0,1 1 0,-1 0 0,0-1 0,1 1 0,-1 0 0,1 0 0,-1-1 0,1 1 0,-1 0 0,1 0 0,-1 2 0,1-1-65,-1 0 1,2 0-1,-1-1 1,0 1 0,0 0-1,1 0 1,-1 0-1,1 0 1,-1 0 0,1 0-1,0-1 1,0 1 0,0 0-1,0-1 1,0 1-1,0 0 1,0-1 0,0 1-1,4 1 1,4 6 6,2-1 1,-1 0 0,1-1-1,0-1 1,1 0-1,20 8 1,80 22 129,-63-22-189,1 0-38,60 20 9,-99-30-48,-1 0 1,0 1-1,-1 0 0,1 1 1,-1 0-1,0 0 1,13 12-1,-21-17 1,0 0 0,0 0-1,0 0 1,0 0 0,0 0-1,-1 0 1,1 0 0,0 0-1,-1 0 1,1 0 0,-1 0 0,1 0-1,-1 0 1,1 1 0,-1-1-1,0 0 1,0 0 0,0 0 0,1 1-1,-1-1 1,0 0 0,-1 0-1,1 1 1,0-1 0,0 0-1,0 0 1,-1 2 0,-1 0-2,1-1 1,-1 0-1,0 0 1,0 1-1,1-1 1,-1-1-1,-1 1 1,1 0-1,0 0 1,0-1-1,-5 3 1,-8 3-4,0-1 1,0 0-1,-21 5 1,-22 2-458,-1-2 0,-1-3 0,0-3 0,-66-2 0,49-4-483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21.4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23325,'0'0'896,"13"6"-24,7 4-79,15 16-353,7 6-240,5 17-400,2 5-272,-8 2 279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30.2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34 8170,'-1'0'224,"1"-1"-1,-1 1 1,0-1 0,1 0 0,-1 1 0,1-1-1,-1 0 1,1 1 0,-1-1 0,1 0 0,-1 1-1,1-1 1,0 0 0,0 0 0,-1 0 0,1 1-1,0-1 1,0 0 0,0 0 0,0 0 0,0 1-1,0-1 1,0 0 0,0 0 0,0 0 0,0 0-1,0 1 1,0-1 0,1 0 0,-1 0 0,0 0 0,1 1-1,-1-1 1,1 0 0,-1 1 0,0-1 0,1 0-1,0 1 1,-1-1 0,1 0 0,-1 1 0,1-1-1,0 1 1,-1-1 0,1 1 0,0 0 0,0-1-1,1 0 1,-1 1-189,-1 0 0,1 0 0,0 0-1,0 0 1,-1 0 0,1 1 0,0-1-1,-1 0 1,1 0 0,0 0 0,0 1-1,-1-1 1,1 0 0,0 1 0,-1-1 0,1 1-1,-1-1 1,1 0 0,-1 1 0,1 0-1,-1-1 1,1 1 0,-1-1 0,1 1-1,-1-1 1,1 2 0,3 5 13,-1 0 0,1 0 0,-2 1 0,1-1 1,-1 0-1,0 1 0,0 0 0,0 11 0,2 67-39,-4-63 66,-1 17 492,-9 56-1,2-25 445,27-179-393,-18 41-680,-8-82 0,29 311 533,-17-136-280,1-1 0,1 0 0,1-1 0,21 44 0,-29-68-188,0-1 0,0 1-1,0 0 1,0 0 0,0 0 0,0 0 0,0 0-1,0 0 1,0 0 0,0 0 0,0 0 0,0 0 0,0 0-1,0-1 1,0 1 0,0 0 0,1 0 0,-1 0-1,0 0 1,0 0 0,0 0 0,0 0 0,0 0 0,0 0-1,0 0 1,0 0 0,0 0 0,1 0 0,-1 0-1,0 0 1,0 0 0,0 0 0,0 0 0,0 0 0,0 0-1,0 0 1,0 0 0,0 0 0,1 0 0,-1 0-1,0 0 1,0 0 0,0 0 0,0 0 0,0 0-1,0 0 1,0 0 0,0 0 0,0 1 0,0-1 0,0 0-1,0 0 1,1 0 0,-1 0 0,0 0 0,0 0-1,0 0 1,0 0 0,0 0 0,0 0 0,0 1 0,0-1-1,0 0 1,0 0 0,1-14-63,-2-18-211,-32-129-223,17 92 928,14 56-357,4 18-178,-2-5 102,0 1 0,0 0 0,0-1 0,0 1 0,0-1 0,0 1 0,0 0 0,0-1 0,0 1-1,0 0 1,0-1 0,0 1 0,0-1 0,0 1 0,0 0 0,-1-1 0,1 1 0,0-1 0,0 1 0,-1-1 0,1 1 0,0-1 0,-1 1 0,1-1 0,-1 1 0,1-1 0,-1 1 0,1-1 0,0 0 0,-1 1 0,0-1 0,1 0 0,-1 1 0,1-1 0,-1 0 0,1 0 0,-1 0 0,0 1 0,0-1 0,10-30 499,-5 16-383,-3 10-89,0-1 1,0 1 0,0 0-1,1 0 1,0-1 0,0 1-1,0 0 1,0 0-1,0 1 1,1-1 0,0 0-1,3-3 1,-4 11-13,0 0 1,0-1-1,-1 1 0,0 0 1,1 0-1,-1 0 0,-1 0 1,2 7-1,-1-6-8,0 0-5,0 0 0,1 0-1,-1 0 1,1 0 0,0 0 0,1 0 0,-1-1 0,1 1 0,0-1-1,0 0 1,1 0 0,-1 0 0,1 0 0,0-1 0,7 6 0,-4-4 4,0-1 1,1 0 0,0-1 0,0 1-1,0-2 1,0 1 0,1-1-1,15 2 1,3-2 21,0-1 0,1-1-1,-1-2 1,1-1 0,27-6 0,-23 1 41,-29 4 11,-23 3-19,-29 3-39,-1-1-12,-61 9 0,98-8-17,0 0 0,0 1 0,1 1 0,0 0 1,-1 1-1,1 0 0,1 0 0,-1 2 0,1-1 0,-10 9 0,19-13 5,0-1-1,0 1 1,0-1 0,0 1-1,1 0 1,-1 0 0,1 0-1,-1 0 1,1 0 0,0 0-1,0 1 1,0-1-1,0 0 1,-1 4 0,2-5 1,0-1 1,0 1 0,0-1 0,0 0-1,0 1 1,0-1 0,0 1-1,0-1 1,1 1 0,-1-1 0,0 1-1,0-1 1,0 0 0,1 1-1,-1-1 1,0 1 0,0-1 0,1 0-1,-1 1 1,0-1 0,1 0 0,-1 1-1,0-1 1,1 0 0,-1 0-1,1 1 1,0-1 0,23 1 58,51-21 15,-62 15-62,0 1-1,0 0 0,0 1 0,1 1 0,20-2 0,-47 4 4,1 0 0,-1 1-1,0 0 1,0 1 0,0 1-1,1 0 1,-1 1 0,1 0-1,0 1 1,0 0 0,1 1-1,-1 0 1,1 1 0,0 0-1,-14 13 1,25-20-17,0 0 0,-1 0 0,1 0 0,0 0 0,-1 0 0,1 1 0,0-1 1,0 0-1,-1 0 0,1 0 0,0 1 0,0-1 0,-1 0 0,1 0 0,0 1 0,0-1 0,0 0 0,-1 0 0,1 1 0,0-1 0,0 0 1,0 1-1,0-1 0,0 0 0,0 1 0,0-1 0,0 0 0,-1 1 0,1-1 0,0 0 0,0 1 0,1-1 0,-1 0 0,0 1 0,0-1 1,0 0-1,0 1 0,0-1 0,0 0 0,0 1 0,16-3-318,22-12-576,-10-3 417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5.5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 10 8610,'-6'2'681,"-26"15"5638,40-14-2227,36 1-2260,27-4-744,439-6 64,-460 4-2391,83-14 1,-94 5 425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7:35.9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0 14107,'-19'8'4844,"19"-8"-4786,0 0 0,0 1 0,0-1 0,0 0 1,-1 1-1,1-1 0,0 0 0,0 1 0,0-1 0,0 1 0,0-1 0,0 0 0,0 1 0,0-1 0,0 0 0,0 1 0,0-1 0,0 1 0,0-1 1,0 0-1,0 1 0,1-1 0,-1 0 0,0 1 0,0-1 0,0 0 0,0 1 0,1-1 0,-1 0 0,0 0 0,0 1 0,1-1 0,-1 0 0,0 1 1,1-1-1,-1 0 0,0 0 0,1 0 0,-1 0 0,0 1 0,1-1 0,-1 0 0,0 0 0,1 0 0,-1 0 0,0 0 0,1 0 0,-1 0 0,1 0 1,-1 0-1,0 0 0,1 0 0,34 9 276,1-2-1,-1-2 1,1-1 0,48-1 0,11 1-275,-60-1-47,6 0-9,1 2 0,57 13 0,-98-18-7,1 0 0,-1 0 0,0 0 0,1 1 0,-1-1 1,0 0-1,1 1 0,-1-1 0,0 1 0,1 0 0,-1-1 0,0 1 0,0 0 0,0 0 0,0 0 0,0-1 0,0 1 0,0 0 0,0 1 0,0-1 0,0 0 0,0 0 0,-1 0 0,1 0 0,1 3 0,-3-2 1,1-1 0,-1 1-1,1-1 1,-1 1 0,0-1 0,1 0 0,-1 1 0,0-1 0,0 0 0,0 0 0,0 1-1,0-1 1,-1 0 0,1 0 0,0 0 0,0 0 0,-1-1 0,-1 2 0,-11 7 9,-1-2 1,-31 12 0,7-6-24,-50 11-1,75-21-249,-1-1 0,1 0 0,-1-1-1,1-1 1,-1 0 0,0-1 0,-15-2-1,10-6-685,18-1-72,4 9 988,-1 0-1,0 0 1,0 1-1,0-1 1,0 0-1,1 1 1,-1-1-1,0 1 1,1-1-1,-1 1 1,0 0-1,1-1 1,-1 1-1,0 0 1,1 0-1,-1 0 1,1 0-1,-1 0 1,0 1-1,1-1 1,-1 0-1,0 0 1,1 1-1,0 0 1,36 21-2554,-18-6 1517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31.9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90 36 7242,'18'-35'10783,"-29"51"-9896,5-5-809,0 0-1,1 1 1,0-1-1,1 1 1,0 0-1,1 0 1,1 0 0,0 0-1,0 1 1,1-1-1,1 22 1,1-15-4,1 1-1,1-1 1,1 0 0,1 0 0,0 0-1,14 32 1,-19-51-56,0 0 1,0 0-1,0-1 1,0 1-1,0 0 1,0 0-1,0 0 1,0-1-1,0 1 1,1 0-1,-1 0 0,0 0 1,0 0-1,0-1 1,0 1-1,0 0 1,0 0-1,0 0 1,1 0-1,-1 0 0,0-1 1,0 1-1,0 0 1,0 0-1,1 0 1,-1 0-1,0 0 1,0 0-1,0 0 1,1 0-1,-1 0 0,0 0 1,0-1-1,0 1 1,1 0-1,-1 0 1,0 0-1,0 0 1,0 0-1,1 1 0,-1-1 1,0 0-1,0 0 1,0 0-1,0 0 1,1 0-1,-1 0 1,0 0-1,0 0 1,0 0-1,1 0 0,-1 1 1,0-1-1,0 0 1,0 0-1,0 0 1,0 0-1,0 0 1,1 1-1,-1-1 0,0 0 1,0 0-1,5-33 420,-4 27-379,-1 1 0,0-1 0,0 1 0,0-1 0,-1 1 0,0-1 0,0 1 0,0-1 0,-1 1 0,1 0 0,-1 0 0,-5-8 0,6 12-44,0 0-1,0 1 1,-1-1-1,1 1 0,0-1 1,0 1-1,-1 0 1,1-1-1,-1 1 1,1 0-1,0 0 1,-1 0-1,1 0 1,0 0-1,-1 0 0,1 0 1,-1 1-1,1-1 1,0 0-1,-1 1 1,1-1-1,0 1 1,0-1-1,-1 1 1,1 0-1,0 0 0,0-1 1,0 1-1,0 0 1,0 0-1,0 0 1,0 0-1,-1 2 1,-33 36-5,33-35-9,-1-1 1,2 1 0,-1-1 0,0 1-1,1-1 1,-1 1 0,1 0 0,0 0 0,0 4-1,1-7 2,-1-1 0,1 0 0,0 1-1,0-1 1,0 0 0,0 1-1,0-1 1,0 0 0,0 1 0,0-1-1,0 0 1,1 1 0,-1-1-1,0 0 1,0 1 0,0-1 0,0 0-1,0 0 1,1 1 0,-1-1 0,0 0-1,0 1 1,0-1 0,1 0-1,-1 0 1,0 1 0,0-1 0,1 0-1,-1 0 1,0 0 0,1 0-1,-1 1 1,0-1 0,0 0 0,1 0-1,0 0 1,21-11 177,5-12 28,-10 8-95,1 1-1,21-12 1,-34 23-89,1 0 0,0 0-1,0 0 1,0 1 0,0 0 0,1 0 0,-1 1 0,1 0 0,-1 0 0,1 0 0,10 1 0,-15 0-21,0 0 0,0 1 1,0-1-1,0 1 0,1-1 1,-1 1-1,0 0 1,-1 0-1,1 0 0,0 0 1,0 0-1,0 0 1,0 0-1,-1 1 0,1-1 1,-1 1-1,1-1 1,-1 1-1,0 0 0,1-1 1,-1 1-1,0 0 1,0 0-1,0 0 0,0 0 1,0 3-1,1-1 6,-1 0 0,-1 0 0,1 0 0,0 1-1,-1-1 1,0 0 0,0 0 0,0 1 0,-1-1 0,1 0 0,-1 0-1,-1 5 1,-6-29 575,1-14-414,7 22-146,1 0-1,0 0 1,0 0 0,1 0 0,1 0 0,0 0 0,1 0 0,8-18-1,-12 30-19,0-1-1,0 0 1,0 1-1,0-1 1,0 0-1,0 1 1,0-1-1,0 0 0,0 1 1,-1-1-1,1 0 1,0 1-1,0-1 1,-1 0-1,1 1 1,-1-1-1,1 1 0,0-1 1,-1 1-1,1-1 1,-1 1-1,1-1 1,-1 1-1,1-1 0,-1 1 1,0-1-1,1 1 1,-1 0-1,1-1 1,-1 1-1,0 0 1,1 0-1,-1 0 0,0-1 1,1 1-1,-1 0 1,0 0-1,1 0 1,-1 0-1,0 0 1,0 0-1,1 0 0,-1 0 1,0 1-1,0-1 1,-36 1-65,-106 44 1,143-45 62,-1 0 0,1 1 0,0-1 0,0 0 0,-1 0 0,1 0 0,0 0 0,0 0 1,-1 0-1,1 0 0,0 0 0,0 0 0,-1 0 0,1 0 0,0 0 0,0 0 0,-1 0 0,1 0 0,0 0 0,0 0 1,-1 0-1,1 0 0,0-1 0,0 1 0,-1 0 0,1 0 0,0 0 0,0 0 0,0 0 0,-1-1 0,1 1 0,0 0 1,0 0-1,0 0 0,0-1 0,-1 1 0,1 0 0,0 0 0,0-1 0,0 1 0,0 0 0,0 0 0,0-1 0,0 1 1,0 0-1,0 0 0,0-1 0,6-16 49,15-14-17,-16 26-31,-1 0-2,0 0-1,1 0 1,0 0-1,0 0 1,0 1 0,1 0-1,-1 0 1,10-5-1,-15 9 0,0 0-1,0 0 1,1 0-1,-1 0 1,0 0 0,0 0-1,0 0 1,0 0-1,0 0 1,1 0-1,-1 0 1,0 0 0,0 0-1,0 0 1,0 0-1,1 0 1,-1 0-1,0 0 1,0 0 0,0 0-1,0 0 1,0 0-1,0 1 1,1-1-1,-1 0 1,0 0 0,0 0-1,0 0 1,0 0-1,0 0 1,0 0-1,0 1 1,1-1 0,-1 0-1,0 0 1,0 0-1,0 0 1,0 0-1,0 0 1,0 1-1,0-1 1,0 0 0,0 0-1,0 0 1,0 0-1,0 1 1,0-1-1,0 0 1,0 0 0,0 0-1,0 0 1,0 0-1,0 1 1,0-1-1,0 0 1,-5 16-16,-9 13 9,-6-1 46,17-24 69,18-20-18,-14 14-87,1 0 1,0 0 0,0 0 0,-1 0 0,1 0 0,-1 0 0,1 0 0,-1-1 0,0 1 0,0 0 0,0-1 0,-1 1-1,1-1 1,0-3 0,-1 9-5,2 6 71,15-3-47,17-1-216,-24-1 112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57.0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0 209 7210,'4'3'499,"-1"0"1,0 0 0,1 1-1,-1 0 1,-1-1-1,1 1 1,0 0 0,-1 0-1,0 1 1,0-1 0,0 0-1,-1 1 1,2 5 0,12 66 433,-12-58-562,12 78 2915,5 161 0,-40-514 412,19 215-3445,-1-19 223,3 0-1,2-1 1,15-80-1,-17 138-463,0 0-1,0-1 1,1 1-1,-1 0 1,1-1 0,0 1-1,0 0 1,0 0 0,0 1-1,1-1 1,-1 0 0,1 1-1,0 0 1,1-1-1,-1 1 1,0 0 0,1 1-1,-1-1 1,1 1 0,0-1-1,0 1 1,0 0-1,0 0 1,0 1 0,1-1-1,7 0 1,7 0-119,-1 0 1,0 2-1,1 0 0,-1 2 0,26 4 1,32 1-3974,-81 0-1460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57.3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5 117 17324,'-4'-7'872,"4"1"1040,6 0-791,0-6-217,3-3 80,4 3-640,-3-1-144,4 4-80,2 0-48,2 3-56,0 0-16,-2 0-224,0 3-216,2-1-720,1 1-681,3 3 953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58.0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 15 7810,'0'0'175,"0"-1"0,0 1 0,0 0 0,0-1 0,-1 1 0,1-1 0,0 1 0,0 0 0,0-1 0,0 1 0,-1-1 0,1 1 0,0 0 0,0-1 0,-1 1 0,1 0 0,0-1 0,-1 1 0,1 0 0,0 0 0,-1-1 0,1 1 0,0 0 0,-1 0 0,1-1 0,-1 1 0,1 0 0,0 0 0,-1 0 0,1 0 0,-1 0 0,1 0 0,0 0 0,-1 0 0,1 0 0,-1 0 0,1 0 0,-1 0 0,0 0 0,-22 11 3134,-15 24-2023,34-29-1237,0 1-1,0 0 1,1 0-1,0 0 0,1 0 1,-1 0-1,1 1 0,1-1 1,-1 1-1,1-1 0,1 1 1,-1 8-1,2-14 17,-1 1 1,0 0-1,1-1 0,-1 1 1,1-1-1,0 1 0,0-1 1,0 1-1,0-1 0,0 1 1,1-1-1,-1 0 1,1 0-1,-1 0 0,1 0 1,0 0-1,0 0 0,0 0 1,0 0-1,0-1 0,0 1 1,0-1-1,1 0 0,-1 0 1,1 1-1,-1-1 0,1-1 1,-1 1-1,1 0 0,-1-1 1,1 1-1,0-1 0,-1 0 1,1 0-1,-1 0 0,1 0 1,4-1-1,-2 1-20,0-1-1,1 1 1,-1-1 0,0 0 0,0-1 0,-1 1 0,1-1-1,0 0 1,0 0 0,-1-1 0,1 1 0,-1-1 0,0 0-1,0 0 1,0-1 0,0 1 0,-1-1 0,1 0 0,-1 0-1,0 0 1,0 0 0,0 0 0,-1-1 0,3-4 0,-4 5-38,1 1 1,-1-1 0,-1 1-1,1-1 1,0 1 0,-1-1-1,0 1 1,0-1 0,0 0-1,0 1 1,0-1 0,-1 0-1,1 1 1,-1-1 0,0 1-1,0-1 1,-1 1 0,1 0 0,-1 0-1,0-1 1,1 1 0,-1 0-1,-1 0 1,1 0 0,0 1-1,-1-1 1,1 1 0,-1-1-1,0 1 1,0 0 0,0 0-1,0 0 1,0 0 0,-5-2-1,2 2-6,1 0-1,-1 0 1,1 0-1,-1 1 1,1 0-1,-1 0 1,0 0-1,0 1 1,0 0-1,-7 0 1,11 0-3,1 0 1,0 1-1,-1-1 0,1 0 1,0 0-1,-1 1 0,1-1 1,0 1-1,-1-1 0,1 1 1,0-1-1,0 1 0,0 0 1,0 0-1,0 0 0,0-1 1,0 1-1,0 0 0,0 0 1,0 1-1,0-1 0,0 0 1,1 0-1,-1 0 0,0 0 1,1 1-1,-1-1 0,1 0 1,-1 1-1,1-1 1,0 0-1,0 1 0,-1-1 1,1 0-1,0 1 0,0-1 1,0 0-1,1 1 0,-1-1 1,0 0-1,0 1 0,1-1 1,-1 0-1,1 1 0,-1-1 1,1 0-1,0 0 0,-1 1 1,2 0-1,2 5 0,0-1 1,0 0-1,0 0 1,1 0-1,0-1 1,0 0-1,1 0 0,-1 0 1,1 0-1,0-1 1,0 0-1,1 0 0,-1-1 1,1 0-1,7 3 1,16 6 21,61 14 1,-91-26-21,19 5 31,1-1-1,-1-1 1,1-1 0,-1 0-1,1-2 1,0 0 0,28-4-1,-48 4-4,1-1 0,-1 1 0,1-1 0,-1 0 0,1 1 0,-1-1 0,0 0-1,1 1 1,-1-1 0,0 0 0,0 1 0,1-1 0,-1 0 0,0 1-1,0-1 1,0 0 0,0 0 0,0 1 0,0-1 0,0 0 0,0 0-1,0 1 1,0-1 0,-1 0 0,1 1 0,0-1 0,0 0 0,-1 1-1,1-1 1,0 0 0,-1 1 0,1-1 0,-1 1 0,1-1 0,-1 0 0,1 1-1,-1-1 1,-22-36 333,19 30-247,-1 0 0,1 0 1,0-1-1,0 0 0,1 0 1,-4-12-1,6 18-93,1 1 1,0 0-1,-1-1 1,1 1-1,0-1 0,0 1 1,0-1-1,0 1 1,0-1-1,0 1 1,1-1-1,-1 1 0,0-1 1,1 1-1,-1-1 1,1 1-1,0 0 1,-1-1-1,1 1 0,0 0 1,0 0-1,0-1 1,0 1-1,0 0 1,0 0-1,0 0 0,0 0 1,0 0-1,0 0 1,1 1-1,-1-1 1,0 0-1,1 1 0,-1-1 1,0 1-1,1-1 1,-1 1-1,1-1 1,1 1-1,31-9-79,31-6-400,-23 13-2934,-30 7-44,-2 12 959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8:59.3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0 173 13635,'0'0'3715,"3"-7"212,3-14-3158,22-57 1028,-25 71-1641,0 0 0,0 1-1,1 0 1,0 0 0,0 0-1,0 0 1,1 0 0,0 1-1,6-6 1,-9 11-107,-1 1 1,0-1-1,0 1 1,0 0-1,0-1 0,0 1 1,0 0-1,0-1 0,0 1 1,0 0-1,0 0 1,0 0-1,-1 0 0,1 0 1,0 0-1,-1 0 0,1 0 1,0 0-1,-1 1 0,1-1 1,-1 0-1,1 2 1,16 37 267,-15-37-239,9 33 221,-9-31-244,-1 1 1,1-1-1,0 1 0,0-1 1,0 0-1,1 0 1,4 6-1,-5-9-38,0 0 1,0 0-1,0 0 1,0 0-1,1-1 1,-1 1-1,0-1 1,1 0-1,0 1 0,-1-1 1,1 0-1,0-1 1,-1 1-1,1 0 1,0-1-1,0 0 1,0 0-1,-1 1 1,5-2-1,-3 1 0,0 0-1,0-1 1,0 0 0,0 0 0,0 0-1,0 0 1,0 0 0,0-1 0,-1 0-1,1 1 1,0-1 0,-1-1 0,4-2-1,40-41 60,-40 38-75,-1 1 1,1 0-1,0 0 1,1 0-1,0 1 1,14-8-1,-21 13-2,1 0 0,0 0-1,0 1 1,0-1 0,0 1 0,-1 0 0,1-1-1,0 1 1,0 0 0,0 0 0,0 0 0,0 0-1,0 1 1,0-1 0,0 0 0,0 1 0,-1-1-1,1 1 1,0 0 0,0 0 0,0 0 0,-1-1-1,1 2 1,-1-1 0,1 0 0,2 2 0,3 4-10,0 1 0,-1 0 0,1 0 1,5 10-1,21 25-15,-28-39 28,0-1-1,1 1 1,-1-1-1,1 0 1,-1 0 0,1-1-1,0 1 1,0-1-1,0-1 1,0 1 0,0-1-1,1 0 1,-1 0-1,12-1 1,-1-2 6,0 0 1,-1-2-1,0 0 0,18-6 1,-14 3-5,0 2 1,25-4 0,-36 8-11,1 2 0,0-1 0,0 2 0,0-1 0,0 1 0,-1 1 0,10 3 1,41 8 1,-46-14-2,1 0-1,-1-1 1,24-5 0,-25 3 0,0 2 1,0-1 0,0 1 0,17 2-1,-9 2-8,-18-2 15,0 0 0,0 0-1,0-1 1,1 1 0,-1-1-1,0 0 1,0 0 0,0 0-1,0 0 1,0 0 0,0-1-1,0 1 1,0-1 0,0 0-1,0 0 1,0 0 0,0 0-1,0-1 1,0 1 0,-1-1-1,1 1 1,-1-1 0,1 0-1,-1 0 1,0 0 0,1-1-1,-1 1 1,2-4 0,-1 3-1,-1 0 1,0 0 0,0 0 0,0 0 0,-1 0-1,1-1 1,-1 1 0,0 0 0,0-1 0,0 1-1,0-1 1,0 0 0,-1 1 0,0-1 0,1 1-1,-1-1 1,-1 0 0,1 1 0,0-1 0,-2-5-1,1 8 0,0-1-1,1 1 1,-1 0-1,0-1 0,1 1 1,-1 0-1,0 0 1,0-1-1,0 1 0,0 0 1,0 0-1,0 0 1,-1 0-1,1 1 0,0-1 1,0 0-1,-1 0 1,1 1-1,-3-2 1,1 2-5,0-1 1,1 1 0,-1 0-1,0 0 1,0 0 0,1 0-1,-1 1 1,0-1 0,0 1-1,1-1 1,-1 1 0,0 0-1,1 0 1,-4 2 0,2-1 4,1-1 0,0 1 1,-1-1-1,1 1 0,0 0 1,0 0-1,0 1 0,1-1 1,-1 1-1,1-1 0,-1 1 1,1 0-1,0 0 1,0 0-1,0 0 0,0 0 1,0 0-1,1 1 0,0-1 1,0 0-1,0 1 0,0-1 1,0 1-1,0 0 0,1-1 1,0 1-1,0 0 0,0-1 1,0 1-1,0-1 0,1 1 1,0 0-1,-1-1 0,2 1 1,-1-1-1,2 6 0,0-4 4,0 0-1,0 1 0,0-1 1,1 0-1,-1 0 0,1-1 1,0 1-1,1-1 0,-1 0 0,1 0 1,0 0-1,-1-1 0,2 1 1,-1-1-1,0-1 0,1 1 1,-1-1-1,1 0 0,0 0 0,0 0 1,10 1-1,-3-3-51,0-1 0,0 0 0,1 0 0,-1-1 0,-1-1 0,1 0 0,0-1 0,-1-1 1,13-5-1,19-11-157,43-28 1,-74 42 250,-12 12 53,-1-3-91,0 0-1,0-1 0,0 1 1,0 0-1,0 0 1,0-1-1,1 1 0,-1 0 1,1-1-1,-1 1 1,1 0-1,0-1 1,-1 1-1,1-1 0,1 3 1,2-1-196,-1 1 1,1 0 0,0-1-1,0 1 1,0-1-1,0 0 1,1-1-1,-1 1 1,1-1 0,-1 0-1,1 0 1,0 0-1,0 0 1,0-1-1,0 0 1,0 0-1,0-1 1,1 1 0,9-1-1,8 2-1008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0.6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206 448 7498,'-9'-33'10581,"-12"-1"-6339,14 25-3912,0 1 0,0 1 1,0-1-1,-1 1 0,-11-7 1,18 13-324,-1-1 0,0 1 0,1 1 0,-1-1 1,0 0-1,0 0 0,0 1 0,0-1 0,0 1 1,1-1-1,-1 1 0,0 0 0,0 0 0,0 0 1,0 0-1,0 0 0,0 0 0,0 1 0,0-1 1,0 0-1,0 1 0,-2 1 0,1-1-12,-1 2-1,1-1 1,0 0-1,0 1 1,0-1-1,0 1 1,0 0-1,1 0 1,-1 0-1,-3 5 1,0 2-5,1 1 1,-1-1-1,2 1 1,-1 0-1,2 1 1,-5 16-1,7-17 52,0 0-1,1 0 1,0 0-1,1 0 1,0 0-1,4 17 1,-4-25-14,0 1 1,0 0 0,0-1 0,1 1 0,-1-1 0,1 1 0,0-1 0,0 0 0,1 0-1,2 3 1,-4-4-8,1-1 0,-1 0 0,1 0-1,-1 0 1,1 0 0,-1 0-1,1 0 1,0-1 0,0 1 0,-1 0-1,1-1 1,0 1 0,0-1 0,0 0-1,-1 0 1,1 1 0,0-1 0,0 0-1,0-1 1,0 1 0,2-1-1,0 0 3,-1 0-1,0 0 0,0-1 0,-1 0 1,1 1-1,0-1 0,0 0 1,-1 0-1,1-1 0,-1 1 0,0 0 1,0-1-1,0 1 0,0-1 0,0 0 1,3-6-1,23-55 96,-24 52-90,51-176 582,-43 137-302,3 0 0,1 1 0,27-55 1,-23 76-247,-12 27-73,-4 18-40,-16 121-55,6-91 104,-1 68 0,8-100 8,-1-1 0,2 1 1,0-1-1,0 0 0,1 0 1,1 0-1,0 0 0,1 0 1,9 17-1,-12-26-4,0-1 0,1 0 0,-1 0 0,1 0 0,0 0 0,-1-1 0,1 1 0,0-1 0,0 1 0,1-1 0,-1 0 0,0 0 0,1-1 0,0 1 0,-1-1 0,1 0 0,0 1 0,-1-2 0,1 1 0,0 0 0,0-1 0,0 0 0,0 0 0,0 0 0,-1 0 0,1 0 0,0-1 0,0 0 0,0 0 0,-1 0 0,1 0 0,0-1 0,-1 1 0,7-5 0,-5 4-6,1-1 0,-1 0 0,0 0-1,0 0 1,0-1 0,-1 0 0,1 0 0,-1 0 0,0 0 0,0-1-1,0 1 1,-1-1 0,1 0 0,-1-1 0,-1 1 0,1 0-1,-1-1 1,0 1 0,0-1 0,0 0 0,-1 0 0,1-6 0,-2 11 2,1 1 0,-1 0 0,0 0 0,0-1 0,0 1 0,0 0 0,0-1 0,0 1 0,0 0 0,0 0 1,0-1-1,0 1 0,0 0 0,0 0 0,0-1 0,0 1 0,0 0 0,0 0 0,0-1 0,0 1 0,0 0 1,0 0-1,-1-1 0,1 1 0,0 0 0,0 0 0,0-1 0,0 1 0,-1 0 0,1 0 0,0 0 0,0-1 0,0 1 1,-1 0-1,1 0 0,0 0 0,0 0 0,-1 0 0,1-1 0,0 1 0,0 0 0,-1 0 0,1 0 0,0 0 1,-11 10-20,-8 20 50,17-25-5,0 0-1,0 0 1,1 0 0,-1 0-1,1 0 1,0 0 0,0 0-1,1 1 1,0-1-1,0 0 1,0 1 0,0-1-1,1 0 1,0 0-1,0 0 1,0 0 0,1 1-1,0-1 1,0-1-1,2 6 1,-1-5-117,1 0-1,-1 0 0,1-1 1,-1 0-1,1 0 1,1 0-1,7 6 1,-6-6-605,1 1 1,0-2-1,0 1 1,0-1 0,13 5-1,3-1-1027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5.9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268 474 9258,'-25'-28'9628,"-18"-10"-7692,41 37-1941,0 1 0,0-1 0,0 0 1,-1 1-1,1 0 0,0-1 0,0 1 0,-1 0 0,1 0 1,0 0-1,0 1 0,0-1 0,-1 0 0,1 1 1,0-1-1,0 1 0,0 0 0,0 0 0,0 0 0,0 0 1,0 0-1,-3 2 0,-39 32-64,31-23 71,0 2 1,1 0 0,-21 29-1,29-36 53,0 0 0,0 0 0,0 1 0,1-1 0,0 1 0,1-1 0,-1 1 0,1 0 1,1 0-1,0 0 0,-1 11 0,2-17-16,0-1 1,1 1 0,-1-1 0,0 1 0,1 0 0,-1-1-1,1 1 1,-1-1 0,1 1 0,0-1 0,-1 1 0,1-1 0,0 0-1,0 1 1,0-1 0,0 0 0,0 0 0,0 1 0,1-1-1,-1 0 1,0 0 0,1 0 0,-1-1 0,0 1 0,1 0 0,-1 0-1,1-1 1,-1 1 0,1-1 0,0 1 0,-1-1 0,1 0-1,-1 0 1,1 0 0,0 1 0,-1-2 0,1 1 0,0 0 0,-1 0-1,1 0 1,-1-1 0,1 1 0,1-1 0,6-1 12,0 0 0,-1-1 0,0 0 0,1 0 0,-1-1 0,14-9 0,-12 7-62,-1-1 0,0-1 0,0 0 1,-1 0-1,0 0 0,-1-1 0,0 0 0,0-1 0,-1 0 0,0 0 0,0 0 0,6-20 0,-11 30 11,-1 1 1,0-1 0,1 0-1,-1 0 1,0 0-1,1 0 1,-1 0-1,1 0 1,-1 0-1,0 0 1,1 1-1,-1-1 1,0 0-1,1 0 1,-1 0-1,0 1 1,0-1-1,1 0 1,-1 0-1,0 1 1,0-1-1,1 0 1,-1 1-1,0-1 1,0 0-1,0 1 1,1-1-1,-1 0 1,0 1-1,0-1 1,0 1-1,0-1 1,0 0-1,0 1 1,0-1-1,0 1 1,0-1-1,0 0 1,0 1-1,11 29 66,-7-22-33,-1 0-20,0 0-1,1-1 1,1 1-1,-1-1 1,1 0-1,0 0 1,1 0-1,-1-1 0,1 0 1,1 0-1,-1-1 1,1 1-1,0-1 1,0-1-1,0 1 1,1-1-1,0-1 1,0 1-1,0-1 1,0-1-1,0 1 0,0-2 1,1 1-1,-1-1 1,1 0-1,-1-1 1,1 0-1,13-1 1,-13-1-204,-1 1 0,1-2 0,-1 1 1,0-1-1,0 0 0,0-1 0,0 0 0,0 0 1,-1-1-1,0 1 0,10-10 0,-4 2-2070,-1 0 0,0-1-1,-1-1 1,19-28 0,-19 22 827,0 0 0,-2-1 1,11-31-1,-12 25 1708,-1 0 0,4-40-1,-8 38 2513,-1-1-1,-2-30 1,-1 57-2564,-9-93 4414,9 91-4331,0-1-1,0 0 1,-1 0 0,1 1 0,-1-1 0,-1 1 0,1 0 0,-1-1 0,0 1-1,0 0 1,-1 1 0,1-1 0,-9-8 0,12 13-270,-1-1 0,0 1-1,1-1 1,-1 1 0,0 0 0,1-1 0,-1 1 0,0-1 0,0 1-1,0 0 1,1 0 0,-1 0 0,0-1 0,0 1 0,0 0 0,0 0-1,1 0 1,-1 0 0,0 0 0,0 0 0,0 1 0,0-1 0,1 0-1,-1 0 1,0 1 0,0-1 0,1 0 0,-1 1 0,-1 0 0,-15 23 353,2 38-248,12-39-93,1 0 0,2 0 0,0 0 0,2 1 0,0-1 0,2 0 0,0 0 0,2-1 1,9 24-1,-11-32-18,2-1-1,0 0 1,1 0 0,0-1 0,0 0 0,2 0 0,-1-1-1,1 0 1,1 0 0,0-1 0,1-1 0,0 1-1,0-2 1,1 1 0,0-2 0,14 7 0,-19-11-148,0 0 0,0-1 0,0 0 0,1-1 0,-1 0 0,1 0 1,-1-1-1,1 1 0,-1-1 0,1-1 0,-1 0 0,1 0 0,-1 0 0,10-4 0,11-4-530,0-2 0,36-20 0,19-6 237,-75 34 446,1 0 0,-1 1 0,1 0 0,-1 0 0,1 1 0,0 0 0,-1 0 0,1 1 0,0 1 0,-1-1 0,12 3 0,-13-1 81,0 1 0,-1-1 1,0 1-1,0 1 1,1-1-1,-2 1 1,1 0-1,0 0 0,-1 1 1,0-1-1,0 1 1,0 0-1,-1 1 1,6 7-1,3 8 232,26 33 257,-38-52-625,1 0 0,-1 0 0,1 0 0,-1-1 1,1 1-1,0-1 0,0 1 0,0-1 0,0 1 0,0-1 0,0 0 1,0 0-1,1 0 0,-1 0 0,0 0 0,0-1 0,1 1 1,-1-1-1,1 0 0,2 1 0,-3-2-166,0 1 0,0-1 1,0 0-1,-1 1 0,1-1 0,0 0 0,-1 0 0,1-1 0,0 1 1,-1 0-1,0 0 0,1-1 0,1-1 0,7-14-889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6.0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 0 17932,'-10'0'664,"2"5"-304,2-3-240,2 1-1888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6.4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1 18724,'-88'100'3121,"87"-99"-3111,1-1-1,0 1 1,-1-1 0,1 1 0,0-1 0,-1 1 0,1 0-1,0-1 1,0 1 0,-1 0 0,1-1 0,0 1 0,0 0 0,0-1-1,0 1 1,0 0 0,0-1 0,0 1 0,0 0 0,0-1-1,0 1 1,0-1 0,0 1 0,1 0 0,-1-1 0,0 1 0,0 0-1,1-1 1,-1 1 0,1-1 0,-1 1 0,0-1 0,1 1-1,-1-1 1,1 1 0,-1-1 0,1 1 0,-1-1 0,1 1 0,-1-1-1,1 0 1,0 0 0,-1 1 0,2-1 0,36 13 355,-25-10-290,19 7 8,0 1 1,0 2 0,-1 1 0,-1 1 0,0 2 0,-1 1-1,51 41 1,-79-58-64,1 1 0,-1-1 0,1 0 1,-1 1-1,0-1 0,1 0 0,-1 1 0,0 0 0,0-1 0,0 1 0,0 0 0,0-1 0,-1 1 0,1 0 0,0 0 0,-1 0 0,1-1 0,-1 5 0,0-5-1,0 0-1,-1 1 0,1-1 1,-1 0-1,1 0 0,-1 0 1,0 0-1,1 0 1,-1 0-1,0 0 0,0 0 1,0 0-1,1 0 0,-1 0 1,0 0-1,0 0 0,-1-1 1,1 1-1,0 0 0,0-1 1,-1 1-1,-10 3 77,1 0 0,-1-1 0,0 0 0,-19 2 1,23-4-99,-34 5-236,-36 6 742,57-9-2038,58-13-4326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7.0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249 99 17236,'-25'7'1383,"0"0"1,1 2-1,-39 21 0,50-23-1165,1 0 0,0 1-1,0 0 1,1 1-1,0 1 1,0 0 0,1 0-1,-9 13 1,36-25 241,9-8-419,-13 5-49,1 0 0,-1 1 0,1 0 0,0 1 1,0 1-1,1 0 0,-1 1 0,22 0 0,13 5-3,58 11 1,-63-8 29,72 3 0,-72-7 36,-33-2 65,1 0 0,0 0 1,-1-1-1,1-1 1,0 0-1,21-5 1,-32 5-103,0 0 1,0 0 0,0 0-1,0 0 1,-1 0 0,1 0-1,0 0 1,-1 0 0,1 0-1,-1-1 1,1 1 0,-1 0 0,1 0-1,-1-1 1,0 1 0,0 0-1,0 0 1,0-1 0,0 1-1,0 0 1,0-1 0,0 1-1,0 0 1,0-1 0,-1 1 0,1 0-1,-1 0 1,1 0 0,-2-3-1,-15-40 98,17 43-100,-71-124 981,70 125-982,1-1 0,0 0 1,-1 1-1,1-1 0,0 0 0,-1 1 1,1-1-1,0 0 0,0 1 0,0-1 1,0 0-1,0 0 0,0 1 0,0-1 1,0 0-1,0 0 0,0 1 0,0-1 1,0 0-1,0 1 0,1-1 0,-1 0 1,0 1-1,1-1 0,-1 0 1,0 1-1,1-1 0,-1 0 0,1 1 1,0-2-1,25-6 192,35 10-116,-58-2-83,40 6 2,-17-3-476,-1 0-1,29-1 1,-18-5-129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9.6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0 297 9010,'0'0'96,"1"0"0,-1 0 1,0 0-1,0 0 0,1 0 0,-1 1 1,0-1-1,0 0 0,1 0 0,-1 0 1,0 0-1,0 0 0,1 0 1,-1 1-1,0-1 0,0 0 0,0 0 1,1 0-1,-1 0 0,0 1 0,0-1 1,0 0-1,0 0 0,1 1 0,-1-1 1,0 0-1,0 0 0,0 1 0,0-1 1,0 0-1,0 0 0,0 1 0,0-1 1,0 0-1,0 0 0,0 1 0,0-1 1,0 0-1,0 1 0,0-1 0,0 0 1,0 0-1,0 1 0,0-1 0,0 0 1,0 0-1,-1 1 0,1-1 1,0 0-1,0 0 0,0 0 0,0 1 1,-1-1-1,1 0 0,0 0 0,0 0 1,0 1-1,-1-1 0,1 0 0,0 0 1,0 0-1,-1 0 0,1 0 0,-1 1 1,24 6 2453,-15-7-2382,-1 1-1,0-1 1,1-1 0,-1 1-1,0-1 1,1-1 0,-1 1-1,0-1 1,0-1 0,0 1-1,0-1 1,0 0 0,-1-1-1,1 1 1,5-6 0,-3 1 61,-1 0 0,0-1-1,-1 0 1,1 0 0,-2-1 0,1 0 0,-1 0 0,7-18-1,-9 18-142,0 0 0,0 0 0,-2-1 0,1 1 0,-1 0 0,-1-1 0,1-11 0,-2 18-67,1 0 0,-1 0-1,-1 1 1,1-1 0,0 0 0,-1 0 0,0 0 0,0 0-1,0 1 1,0-1 0,-1 0 0,1 1 0,-1-1-1,0 1 1,0 0 0,0-1 0,0 1 0,-1 0-1,0 0 1,1 1 0,-1-1 0,-5-3 0,7 5-22,0 0 0,0 1 0,0-1 0,0 1 1,0-1-1,0 1 0,0 0 0,0-1 0,0 1 0,0 0 0,0 0 1,-1 0-1,1-1 0,0 1 0,0 0 0,0 1 0,0-1 1,0 0-1,0 0 0,0 0 0,-1 1 0,1-1 0,0 0 0,0 1 1,0-1-1,0 1 0,-1 0 0,0 1-4,0 0 0,1 0 0,-1 0 0,0 0-1,1 1 1,-1-1 0,1 0 0,0 1 0,-1-1 0,0 6 0,-2 4 3,1 1 0,0 0 0,-1 21 0,4-28 61,0 0-1,0 0 0,0 0 0,0 0 0,1 0 1,0 0-1,1-1 0,-1 1 0,1 0 1,0-1-1,0 1 0,1-1 0,0 0 0,0 0 1,0 0-1,0 0 0,1 0 0,0-1 0,0 0 1,0 1-1,1-1 0,-1-1 0,1 1 1,0-1-1,0 0 0,5 3 0,-3-3-13,0 0 0,0 0 0,1-1 0,-1 0 0,1 0 0,-1-1 0,1 0 0,-1 0 0,1-1 0,0 0-1,-1 0 1,1-1 0,0 0 0,-1 0 0,1-1 0,-1 0 0,0 0 0,1-1 0,11-5 0,39-26-27,-34 19 9,1 1-1,1 1 1,0 1-1,35-11 1,-58 23-14,0-1 0,-1 1 1,1 0-1,0 0 1,0 0-1,0 1 0,-1-1 1,1 1-1,0-1 1,-1 1-1,1 0 1,0 0-1,-1 0 0,1 0 1,-1 1-1,1-1 1,-1 1-1,0-1 1,0 1-1,0 0 0,1 0 1,-2 0-1,4 4 1,6 8 11,0 0 1,15 30-1,4 3 31,-22-38-97,-1-1-1,1 1 0,0-2 0,1 0 1,0 0-1,0 0 0,0-1 1,20 9-1,-28-15-135,0-1-1,0 1 1,0-1 0,0 1 0,0-1-1,0 0 1,0 1 0,0-1 0,0 0-1,-1 0 1,1 0 0,0 1 0,0-1-1,-1 0 1,1 0 0,-1 0 0,1 0-1,-1 0 1,1-2 0,1 0-202,12-22-956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09.8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 1 19812,'-10'43'432,"-1"19"-40,7 0-392,4 1 48,4-3-88,8-6-504,3-5-488,3-11-1512,1-5 1207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0.1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11891,'55'18'8763,"47"-5"-7244,-33-5-1099,-41-4-350,114 23-8,-130-23-16,0-1-1,0 2 1,-1 0 0,1 0-1,-1 1 1,0 0-1,0 1 1,-1 0-1,10 9 1,-12-7 105,-1 1 0,0-1 0,0 1 0,-1 0-1,-1 1 1,0 0 0,0 0 0,-1 0 0,0 0 0,-1 0 0,0 1 0,-1 0 0,1 15-1,-3-27-170,0 0 0,0 0-1,-1 0 1,1 0-1,0 0 1,0 0-1,0-1 1,0 1-1,0 0 1,0 0 0,-1 0-1,1 0 1,0 0-1,0 0 1,0 0-1,0 0 1,0 0 0,-1 0-1,1 0 1,0 0-1,0 0 1,0 0-1,0 0 1,-1 0 0,1 0-1,0 0 1,0 0-1,0 0 1,0 0-1,0 0 1,-1 0-1,1 0 1,0 0 0,0 0-1,0 0 1,0 0-1,0 0 1,-1 0-1,1 1 1,0-1 0,0 0-1,0 0 1,0 0-1,0 0 1,0 0-1,0 0 1,0 1 0,-1-1-1,1 0 1,0 0-1,0 0 1,0 0-1,0 0 1,0 1-1,0-1 1,0 0 0,0 0-1,0 0 1,0 0-1,0 0 1,0 1-1,0-1 1,0 0 0,0 0-1,0 0 1,0 0-1,0 1 1,-8-9-639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0.2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 15579,'1'-8'1297,"4"10"1679,-5 1-3744,1 4 536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0.5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17324,'4'18'1272,"14"-7"1449,7 1-1689,21-4-128,15-1-176,15-2-608,11-2-120,11-3-80,1 0 0,2 4 0,-2 3 32,-4 7 32,-9-1-32,-13 0-48,-5 5-120,-21-7-720,-4-4-889,-11 0 929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0.8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216 1 21277,'-19'1'312,"0"2"1,0 1 0,0 0 0,0 2 0,1 0 0,0 0 0,0 2-1,1 1 1,-20 12 0,36-21-302,0 0 1,0 1-1,1-1 0,-1 1 0,0-1 0,0 1 0,1-1 0,-1 1 1,1 0-1,-1-1 0,0 1 0,1 0 0,-1-1 0,1 1 1,0 0-1,-1 0 0,1-1 0,0 1 0,-1 0 0,1 0 0,0 0 1,0 0-1,-1 0 0,1-1 0,0 1 0,0 0 0,0 2 1,1-2 9,0 0 0,0 0 0,0 0 0,0 0 0,0-1 0,0 1 0,0 0 1,0 0-1,0 0 0,0-1 0,0 1 0,1-1 0,-1 1 0,0-1 0,0 1 1,2-1-1,70 11 526,-55-9-502,1 2 17,-1 1 0,-1 1 0,1 1 0,-1 0-1,0 1 1,0 1 0,-1 0 0,20 16 0,-36-24-104,1 0 0,0 0 0,0-1 0,0 1 0,0-1 0,0 1 0,0 0 0,0-1 0,0 0 0,0 1 0,0-1 0,0 0 0,0 1 0,0-1 0,0 0 0,1 0 0,-1 0 0,0 0 0,0 0 0,0 0 0,0 0 0,0 0 0,0 0 0,0-1 0,1 1 0,-1 0 0,0-1 0,0 1 0,0-1 0,0 1 0,0-1 0,-1 0 0,1 1 0,0-1 0,0 0 0,0 0 0,0 0 0,-1 1 0,1-1 0,0 0 0,-1 0 0,1 0 0,-1 0 0,1 0 0,-1 0 0,1 0 0,-1-2 1,5-22-501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1.1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1 22605,'-6'19'832,"-6"14"-120,2 7-80,1 18-248,-2 8-312,10 16-480,-2 5-448,10-4-1448,4-4 1143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1.3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19028,'9'-3'896,"4"3"313,2 0-113,1 3 24,1-1-416,-1 4-344,-1 2-48,-2 5-112,-2 1-32,-1 2-24,0 2-56,-1-4-24,-3 3-96,0-8-200,-3-2-152,-3-5-552,-3-13-1040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1.5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0 19060,'-1'3'1104,"-2"4"233,-2-2-33,-1-1-544,0 1-368,-2-2-912,-1 1-936,4 10 832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1.8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53 18548,'2'7'344,"0"-1"-1,1 1 1,-1-1 0,2 0-1,-1 0 1,1 0 0,0 0-1,0-1 1,0 0 0,1 0-1,0 0 1,0 0 0,0-1-1,0 1 1,1-1 0,10 5 0,-11-6-297,-1-1 0,1 0 0,0 0 0,0-1 0,0 1 0,0-1 0,0 0 0,0-1 0,0 1 0,1-1 0,-1 0 0,0 0 0,0-1 0,0 1 1,0-1-1,0 0 0,0-1 0,0 1 0,0-1 0,0 0 0,-1 0 0,1 0 0,5-4 0,-7 4 8,0 0 0,-1 0-1,1-1 1,-1 1 0,1 0 0,-1-1-1,0 1 1,0-1 0,0 0 0,0 0-1,-1 0 1,1 0 0,-1 0 0,1 0-1,-1 0 1,0 0 0,0-1 0,-1 1-1,1 0 1,-1-1 0,1-3 0,-2 1-220,1 0 0,-1 0 0,0 0 0,-1 0 0,1 0 0,-1 0 0,0 0 0,-1 0 0,1 1 1,-6-9-1,6 8-557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2.2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107 2 20892,'-9'2'476,"1"-1"0,-1 0 0,0 0 0,0-1-1,0 0 1,0-1 0,-14-2 0,13 1-379,10 2-94,-1 0 0,1 0 0,-1 1-1,1-1 1,-1 0 0,1 0 0,-1 0 0,0 1 0,1-1-1,-1 0 1,1 1 0,0-1 0,-1 0 0,1 1 0,-1-1 0,1 1-1,-1-1 1,1 0 0,0 1 0,-1-1 0,1 1 0,0-1-1,0 1 1,-1-1 0,1 1 0,0 0 0,0-1 0,0 1 0,0-1-1,0 1 1,-1-1 0,1 1 0,0 0 0,0-1 0,1 1 0,-1-1-1,0 1 1,0-1 0,0 1 0,0 0 0,0-1 0,1 1-1,-1-1 1,0 1 0,0-1 0,1 1 0,-1-1 0,1 1 0,14 29 76,-13-29-75,1 1 1,-1-1-1,1 1 1,-1-1-1,1 0 1,0 0-1,0 0 1,0-1 0,0 1-1,-1 0 1,1-1-1,0 0 1,0 0-1,0 0 1,0 0-1,0 0 1,0-1-1,0 1 1,0-1-1,0 0 1,-1 0 0,1 0-1,3-2 1,28-5 14,-32 8 9,0 0 0,0 0 0,0 0 0,0 0 0,0 1 0,0-1 1,0 1-1,0-1 0,0 1 0,0 0 0,0 0 0,1 1 0,-1-1-12,0 0 0,-1 0-1,1 0 1,0 0 0,-1-1-1,1 1 1,0-1 0,0 1-1,0-1 1,-1 0 0,1 0-1,0 1 1,0-1 0,0 0-1,0-1 1,0 1 0,-1 0-1,1 0 1,3-2 0,5-1-379,0-1 0,0-1 1,-1 0-1,1 0 1,-1-1-1,17-13 1,-15 6-429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12.5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94 0 21101,'-10'14'335,"-1"-1"1,2 1-1,0 1 0,1 0 1,0 0-1,1 0 1,1 1-1,0 0 1,2 1-1,-1-1 1,2 1-1,-3 31 1,6-15-456,0 0 0,3-1 0,0 1 0,2-1 1,16 54-1,-18-76-187,2 9 385,0-1 1,-2 1-1,3 20 0,-6-35-221,0 0-1,0 1 0,0-1 0,-1 0 0,0 1 0,1-1 0,-2 0 0,-1 6 0,3-8-78,-1-1 0,0 1 0,0 0 0,0-1 0,0 1 0,0-1 0,0 0 0,-1 1 0,1-1 0,0 0 0,-1 0 0,1 0 0,-1 0 0,1 0 0,-1 0 0,0 0 0,1 0 0,-1-1 0,0 1 0,-2 0 0,-14 2-2086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0.8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58 275 4217,'-14'-2'1487,"-9"-2"3640,2-7 7732,36 15-11897,18 1-429,67 0 1,-19-1-395,71 7 89,198-11 0,-283-5-197,-28 1-6,-1 1 0,1 2 0,74 8-1,-112-6-29,0-1 0,0 0 0,-1 1-1,1-1 1,0 1 0,0-1 0,-1 1 0,1-1-1,0 1 1,0 0 0,-1-1 0,1 1-1,-1 0 1,1 0 0,0-1 0,-1 1 0,0 0-1,1 0 1,-1 0 0,1 0 0,-1 0 0,0-1-1,0 1 1,0 0 0,1 0 0,-1 0-1,0 0 1,0 0 0,0 0 0,0 0 0,0 0-1,-1 0 1,1 0 0,0 0 0,0 0-1,-1-1 1,1 1 0,0 0 0,-1 0 0,1 0-1,-1 0 1,1-1 0,-1 1 0,1 0-1,-1 0 1,0-1 0,1 1 0,-1 0 0,-1 0-1,2-1-38,-1 1-1,1 0 1,-1 0-1,1-1 0,-1 1 1,1-1-1,-1 1 0,0 0 1,1-1-1,-1 1 1,0-1-1,1 1 0,-1-1 1,0 0-1,0 1 1,1-1-1,-1 0 0,0 0 1,0 1-1,0-1 0,0 0 1,1 0-1,-1 0 1,0 0-1,0 0 0,0 0 1,0 0-1,1 0 0,-1 0 1,0-1-1,0 1 1,0 0-1,0 0 0,1-1 1,-1 1-1,0-1 0,0 1 1,1 0-1,-1-1 1,0 1-1,1-1 0,-1 0 1,1 1-1,-1-1 1,0 0-1,1 1 0,-1-1 1,1 0-1,0 1 0,-1-1 1,1 0-1,0 0 1,-1 0-1,1 1 0,0-1 1,0 0-1,0 0 0,-1 0 1,1 0-1,0 0 1,0 0-1,-3-16-1503,1 0 1,0 0-1,1 0 1,2-24-1,0 22 825,-1 0 0,-1 0 1,-5-34-1,4 48 877,1-1 0,-1 1 0,0 0 0,0 0 0,0 0 0,-1 1 0,1-1 0,-1 0 0,0 1 0,-1 0 0,1 0 0,-1 0 0,0 0 0,0 0 1,0 1-1,0 0 0,-9-6 0,-13 3 3983,21 7-1114,17 2-1895,13 2-816,0 2-1,0 0 1,-1 1-1,46 24 1,-57-25-301,0 0 0,-1 1 0,0 1 1,-1 0-1,0 0 0,0 1 0,-1 1 0,0 0 0,-1 0 0,9 15 0,-16-24 19,-1 0 0,1 1 0,-1-1 0,0 1 0,0 0 0,0-1 0,0 1 0,-1 0 0,1-1-1,-1 1 1,1 0 0,-1 0 0,0 0 0,0-1 0,-1 1 0,1 0 0,0 0 0,-1 0-1,0-1 1,1 1 0,-1 0 0,0-1 0,0 1 0,-1-1 0,1 1 0,0-1 0,-1 0-1,0 1 1,1-1 0,-1 0 0,0 0 0,0 0 0,0 0 0,-3 1 0,-9 7 96,0 0 0,0-1 0,-1-1 0,-26 10 0,2 0-321,38-17 73,-1 0 0,1 0-1,0 0 1,-1-1 0,1 1-1,0 0 1,-1 1 0,1-1 0,0 0-1,0 0 1,0 0 0,0 1 0,0-1-1,1 0 1,-2 3 0,2 14-712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2.9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27 4457,'0'-2'541,"1"1"1,-1-1-1,1 1 1,-1-1-1,1 1 0,-1 0 1,1-1-1,0 1 1,0-1-1,0 1 0,0 0 1,0 0-1,0 0 1,0 0-1,0-1 0,0 1 1,0 1-1,0-1 0,3-1 1,6 12 4151,-3 9-5430,9 43 1598,-3 1-1,7 83 1,-6 130 802,-13-226-1385,-1-38-194,0-34-444,0-29-889,1-60-260,-25-205 0,23 313 1535,1-4 101,-1 0 0,0 0 0,0 1 0,-1-1 0,0 0 0,0 1 0,-1-1 0,0 1 0,0-1 0,0 1 0,-1 0 0,-5-6 0,9 12-87,0-1 1,0 1-1,-1 0 1,1 0 0,0 0-1,0-1 1,-1 1-1,1 0 1,0 0-1,0 0 1,-1 0-1,1 0 1,0 0 0,-1 0-1,1-1 1,0 1-1,-1 0 1,1 0-1,0 0 1,0 0-1,-1 0 1,1 0 0,0 0-1,-1 1 1,1-1-1,0 0 1,-1 0-1,1 0 1,0 0-1,0 0 1,-1 0 0,1 0-1,0 1 1,0-1-1,-1 0 1,1 0-1,0 0 1,0 1-1,-1-1 1,1 0 0,0 1-1,-4 16 866,9 18 114,-3-32-977,1 1 0,0-1 0,0 0 0,-1 0 0,2-1 0,-1 1 0,0 0 0,0-1 0,1 0 0,0 0 1,-1 0-1,1 0 0,0-1 0,0 1 0,0-1 0,0 0 0,0 0 0,0-1 0,0 1 0,0-1 0,0 0 0,0 0 1,0 0-1,0 0 0,1-1 0,-1 0 0,7-2 0,2 0-20,0-1-1,0-1 1,0 0-1,0-1 1,-1 0-1,0-1 1,11-8 0,-9 5-12,-1 1 1,2 0-1,-1 1 1,1 1-1,21-8 1,-33 14-11,0 0 1,1-1-1,0 1 1,-1 1-1,1-1 1,-1 1 0,1-1-1,0 1 1,0 0-1,-1 0 1,1 1-1,0-1 1,-1 1-1,1 0 1,-1 0 0,1 0-1,0 0 1,-1 0-1,0 1 1,1 0-1,-1 0 1,0-1 0,0 2-1,0-1 1,0 0-1,-1 1 1,1-1-1,0 1 1,3 5 0,1 5 37,0 0 0,0 0 0,-2 1 0,1 0 1,-2 0-1,6 27 0,7 96 449,-4-27-282,-8-75-227,-4-22-210,1 0-1,0 0 0,1 0 0,0 0 1,6 12-1,-7-29-1931,-1-12 664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3.4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11 5753,'2'0'467,"-1"0"0,1 0 0,0 0-1,0 0 1,0 0 0,0 0 0,0 0-1,0 1 1,0-1 0,0 1 0,0 0-1,-1-1 1,1 1 0,0 0 0,-1 0-1,1 0 1,0 0 0,1 1 0,-1 0-72,-1 0 0,1 0 0,-1 1 0,1-1 1,-1 0-1,0 0 0,0 1 0,0-1 0,0 1 0,0-1 1,0 1-1,0 2 0,0 9 338,0 0 1,0 1-1,-2-1 0,-2 18 1,1 0-48,2-32-674,2 71 757,-1-67-736,0 0 0,-1 1 0,1-1 0,1 0 1,-1 0-1,0 0 0,1 0 0,0 0 0,0 0 1,0 0-1,1-1 0,-1 1 0,6 5 0,-7-8-33,0 0 0,-1-1 0,1 0 0,0 1 0,0-1 0,0 1 0,-1-1 0,1 0 0,0 0 0,0 1 0,0-1 0,0 0 0,-1 0 0,1 0 0,0 0 0,0 0 0,0 0-1,0 0 1,0 0 0,-1 0 0,1 0 0,0-1 0,0 1 0,0 0 0,-1-1 0,1 1 0,0 0 0,0-1 0,-1 1 0,1-1 0,0 1 0,0-2 0,20-20-187,-21 22 181,35-51-460,36-74 0,-10 17 783,-56 117-344,0 23 152,-3-17 30,0 0-1,9 29 0,-4-30-250,0 0-1,1-1 0,0 0 0,1 0 1,1-1-1,0 0 0,0-1 0,1 0 1,1 0-1,14 9 0,2-2-511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3.9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12171,'2'2'239,"-1"-1"0,0 1 0,1 0 1,-1 0-1,0 0 0,0 0 1,0 0-1,0 0 0,0 0 1,-1 0-1,1 0 0,0 0 0,-1 0 1,0 0-1,0 1 0,1-1 1,-1 0-1,-1 3 0,2-2-51,2 49 1739,-6 98 0,0-97-1217,6 94 0,13-43-210,51 171 0,-53-224-1033,-11-41-987,1-5 470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4.3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16404,'5'21'392,"2"15"-256,5 11-80,0 18-56,1 8 304,4 13 392,2 3 40,3-3 32,2-1-248,0-16-296,-5-7-96,-9-22-232,-5-10-264,-11-24-872,-8-7-1369,-5-23 1377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4.6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34 8194,'-1'-1'285,"1"0"-1,0 0 1,-1 0 0,1 0 0,0 0-1,0 0 1,0 0 0,0 0 0,0 0 0,0 0-1,0 1 1,0-1 0,0 0 0,0 0-1,1 0 1,-1 0 0,0 0 0,1 0 0,-1 0-1,1 0 1,-1 1 0,1-1 0,-1 0-1,1 0 1,-1 1 0,1-1 0,1-1 0,0 1 9,0 0 0,0 0 0,0 0 1,0 1-1,0-1 0,0 0 1,1 1-1,-1-1 0,0 1 0,1 0 1,3 0-1,12 1 116,0 0-1,29 7 1,-22-3 629,-21-4-960,39 4 642,-1 2-1,69 21 1,-100-25-691,-1 1 1,0 0-1,0 0 0,0 1 1,-1 0-1,0 1 1,0 0-1,0 1 0,-1-1 1,0 2-1,0-1 0,-1 1 1,1 0-1,-2 1 0,1 0 1,6 12-1,-12-17-5,1 1 0,-1-1 0,0 1 0,-1-1 0,1 1 0,-1-1 0,0 9 0,0-12-51,0-1 0,0 1 1,0 0-1,0 0 0,0 0 0,0 0 1,0 0-1,0 0 0,0 0 0,0 0 1,0 0-1,-1-1 0,1 1 0,-1 0 1,1 0-1,0 0 0,-1 0 0,1-1 1,-1 1-1,1 0 0,-1-1 0,0 1 1,1 0-1,-1-1 0,0 1 0,0-1 1,1 1-1,-1-1 0,0 1 0,0-1 1,0 1-1,1-1 0,-1 0 0,0 1 1,0-1-1,0 0 0,0 0 0,0 0 1,0 0-1,0 0 0,0 0 0,1 0 1,-1 0-1,-2 0 0,-9-6-446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4.8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2 22125,'-11'-1'840,"9"4"656,2 1-1536,2 2-2080,4 4-5946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5.3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4 382 24717,'-2'10'11,"1"1"1,1-1-1,-1 1 0,2 0 0,0-1 0,0 1 1,4 13-1,25 75-320,-8-34 200,-14-33 44,36 109-126,-38-124 252,1-1 0,1 0 1,0 0-1,1-1 0,21 28 0,-27-45 445,-4-10-301,-3-12-25,-10-34-121,-13-51 675,-14-114 0,38 189-545,0 1-1,2-1 1,1 1-1,2-1 1,2 1-1,1 0 1,17-64-1,-18 86-182,0 0 1,1 1-1,0 0 0,0 0 1,1 0-1,0 0 0,1 1 1,0 0-1,1 1 0,-1 0 1,2 0-1,-1 0 0,1 1 1,0 0-1,1 1 0,-1 0 1,1 0-1,1 1 0,-1 1 0,1 0 1,-1 0-1,20-4 0,-28 8-10,-1-1-1,1 1 0,0 0 0,0-1 0,0 1 0,0 0 0,-1 0 1,1 0-1,0 0 0,0 0 0,0 1 0,0-1 0,-1 1 0,1-1 1,0 1-1,0 0 0,-1-1 0,1 1 0,0 0 0,-1 0 0,1 0 1,-1 0-1,1 0 0,-1 1 0,1-1 0,-1 0 0,0 1 0,0-1 1,0 1-1,0-1 0,0 1 0,0 0 0,0-1 0,0 1 0,-1 0 1,1 0-1,-1-1 0,1 1 0,-1 0 0,1 2 0,-2 1-3,1-1 0,0 0 0,-1 1 0,1-1 0,-1 1 0,-1-1-1,1 0 1,0 0 0,-1 0 0,0 0 0,0 0 0,0 0 0,-1 0-1,1 0 1,-1-1 0,-3 4 0,-9 6-59,-1-1 0,0 0 1,-1-1-1,0-1 0,0 0 0,-1-2 0,-1 0 1,1-1-1,-1-1 0,0 0 0,-40 5 1,71-24-9459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5.6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 23125,'-2'3'99,"1"-1"0,-1 1 0,0 0 0,1 0 1,0 0-1,-1 0 0,1 0 0,0 1 0,1-1 0,-1 0 0,0 0 1,1 1-1,0-1 0,0 4 0,4 58-182,-2-34 209,19 223 233,-4-60 619,-17-129-755,0-65-239,1 1 1,-1-1 0,0 1-1,0-1 1,1 1-1,-1-1 1,0 1-1,1-1 1,-1 1-1,1-1 1,-1 0 0,1 1-1,-1-1 1,1 0-1,-1 0 1,1 1-1,-1-1 1,1 0-1,-1 0 1,1 0-1,-1 1 1,1-1 0,-1 0-1,1 0 1,-1 0-1,1 0 1,0 0-1,-1 0 1,1 0-1,-1 0 1,1 0-1,0-1 1,31-2-252,-14 1 208,-8 2 97,0 1 0,0 1 0,0-1 0,-1 2 0,1-1 0,17 8 0,-23-8-66,1 0 0,-1 0 0,0 0 0,0 1 1,0-1-1,0 1 0,0 0 0,-1 0 0,1 0 1,-1 0-1,0 1 0,0-1 0,0 1 0,0 0 1,-1 0-1,5 8 0,-7-11-28,0-1-1,0 0 1,0 0-1,0 0 1,0 0 0,0 0-1,1 1 1,-1-1-1,0 0 1,0 0 0,0 0-1,0 0 1,0 1-1,0-1 1,0 0-1,0 0 1,0 0 0,0 1-1,0-1 1,0 0-1,0 0 1,0 0 0,0 1-1,0-1 1,0 0-1,0 0 1,0 0-1,0 0 1,0 1 0,0-1-1,0 0 1,0 0-1,0 0 1,0 1 0,-1-1-1,1 0 1,0 0-1,0 0 1,0 0 0,0 0-1,0 1 1,0-1-1,-1 0 1,1 0-1,0 0 1,0 0 0,0 0-1,0 0 1,-1 0-1,-4-6-1225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5.8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2 17204,'-9'-1'1664,"0"2"1193,6 4-2089,0-4-64,3-2-992,0-1-992,3-2 623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7.1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231 208 5017,'12'-18'10460,"-6"-4"-4002,-5-30-1958,-2 42-4429,-1-1 1,0 0-1,-1 1 1,0-1-1,-1 1 1,-10-19-1,13 27-63,1 1 0,-1-1 0,0 1-1,0-1 1,-1 1 0,1 0 0,0-1 0,0 1 0,-1 0-1,1 0 1,0 0 0,-1 0 0,1 0 0,-1 0 0,0 0-1,1 0 1,-1 1 0,0-1 0,1 1 0,-1-1 0,0 1-1,0 0 1,1 0 0,-3-1 0,0 2-5,1 0 0,-1-1 0,1 1 0,0 1 0,0-1 0,-1 0 0,1 1 0,0-1 0,0 1 1,0 0-1,-4 4 0,-4 4-10,1 0 1,0 0-1,1 1 1,0 0-1,-8 14 0,5-5 12,1-1-1,1 2 0,1-1 0,0 1 0,-9 38 0,16-54 0,1 1 1,0 0-1,0-1 1,1 1-1,-1 0 0,1 0 1,0-1-1,1 1 0,-1 0 1,1-1-1,1 1 0,-1 0 1,1-1-1,0 1 0,0-1 1,0 0-1,1 0 1,0 0-1,0 0 0,0 0 1,0 0-1,1-1 0,0 1 1,0-1-1,0 0 0,0-1 1,8 6-1,5 1-42,0-1 0,1-1 1,0-1-1,1 0 0,0-1 0,-1-1 0,2-1 0,-1-1 0,0 0 0,1-2 1,0 0-1,24-2 0,-22-1-130,0 0 1,0-2-1,-1 0 1,1-2-1,-1 0 1,0-1-1,-1-1 1,1-1-1,-2-1 1,32-21-1,-41 23 114,0 0 0,-1-1 0,0 0 0,-1-1 0,0 0 0,0 0 0,8-16 0,-13 21 62,0 0-1,-1-1 1,0 1 0,0-1 0,0 0 0,-1 1 0,0-1 0,1-7-1,-2 10 9,0 0 0,0 0-1,0 1 1,0-1-1,-1 0 1,0 0-1,1 0 1,-1 1 0,0-1-1,0 0 1,0 1-1,-1-1 1,1 1-1,-1 0 1,1-1 0,-1 1-1,-3-4 1,2 4 26,0 0 0,-1 0 0,1 0 1,-1 0-1,1 0 0,-1 1 0,0 0 1,0 0-1,1 0 0,-1 0 1,0 0-1,0 1 0,0 0 0,0 0 1,0 0-1,0 0 0,0 0 0,0 1 1,1 0-1,-1 0 0,0 0 0,0 0 1,1 0-1,-1 1 0,0 0 1,-5 3-1,-2 1 45,0 0 0,1 1 1,0 0-1,0 0 0,0 1 0,1 0 0,-11 13 1,18-18-61,-1 0 1,1 0-1,0 0 1,0 1-1,0-1 1,1 0-1,-1 1 1,1-1-1,-1 1 1,1 0 0,1 0-1,-1-1 1,0 1-1,1 0 1,0 0-1,0 0 1,0-1-1,0 1 1,0 0-1,1 0 1,0 0-1,0-1 1,2 8-1,-1-9-29,-1 1 0,1-1 0,0 1 0,0-1 0,0 0 0,0 0 0,0 0 0,0 0-1,1 0 1,-1-1 0,1 1 0,-1-1 0,1 0 0,0 1 0,-1-1 0,1 0 0,0 0 0,0-1-1,0 1 1,-1-1 0,1 1 0,0-1 0,0 0 0,0 0 0,0 0 0,0-1 0,0 1 0,0-1-1,0 1 1,-1-1 0,5-1 0,2-2-76,0 1-1,-1-2 0,0 1 1,1-1-1,8-7 1,-9 6 9,0 1 1,1 0-1,-1 0 1,17-6-1,-22 10 67,0 1 1,0-1-1,0 1 0,0-1 1,0 1-1,0 0 0,1 0 1,-1 0-1,0 0 1,0 1-1,0-1 0,0 1 1,0 0-1,0 0 0,0 0 1,0 0-1,0 1 0,5 2 1,39 37-15,-42-35-6,0 0 0,1-1 0,0 1-1,0-1 1,0 0 0,0-1-1,1 0 1,0 0 0,0 0-1,0-1 1,14 5 0,-19-8-79,0 0 1,0 0 0,-1 0-1,1 0 1,0-1-1,0 1 1,-1-1 0,1 1-1,0-1 1,-1 1-1,1-1 1,-1 0-1,1 0 1,-1 0 0,1 0-1,-1 0 1,1 0-1,-1 0 1,2-3-1,21-30-4271,-17 23 2597,8-13-509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7.3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117 20 10450,'-15'-19'2609,"-5"23"2728,-1 5-3545,5 18-639,-2 5-233,6 19-576,3 7-192,5 7-296,2 5-48,7-7-16,3-3 24,7-9 104,3-6-144,-5-14-873,-1-9-631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7.6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22 8194,'0'-1'266,"0"0"1,0 1-1,0-1 1,0 1-1,0-1 1,1 1-1,-1-1 1,0 1 0,0-1-1,1 1 1,-1-1-1,0 1 1,1-1-1,-1 1 1,0 0-1,1-1 1,-1 1-1,1 0 1,-1-1-1,0 1 1,1 0-1,-1-1 1,1 1-1,0 0 1,19-6 2903,29 4-1423,-40 2-1103,13-1-189,25 0 820,70 7-1,-102-4-1109,0 0-1,0 2 1,0 0-1,0 0 1,-1 1-1,1 1 1,-1 1-1,23 14 1,49 42-295,-86-62 73,0-1 0,0 0 0,0 0 0,0 0 0,1 1 0,-1-1 0,0 0 0,0 0 0,0 0 0,1 0 0,-1 0 0,0 1 0,0-1 0,1 0 0,-1 0 0,0 0 0,0 0 0,1 0 0,-1 0 0,0 0 0,0 0 0,1 0 0,-1 0 0,0 0 0,0 0 0,1 0 0,-1 0 0,0 0 0,0 0 0,1 0 0,-1 0 0,0-1 0,0 1 0,1 0 0,-1 0 0,0 0 0,0 0 0,0 0 0,1-1 0,-1 1 0,0 0 0,0 0 0,0-1 0,1-8-1043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7.7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21997,'-1'0'768,"-1"7"16,2 4-280,0-1-160,2 3-328,1-2-704,3-2-904,10-5 896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8.4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13 21205,'-2'2'-9,"1"0"1,0 0-1,0 0 1,0 0-1,0 0 1,0 1 0,1-1-1,-1 0 1,1 0-1,-1 1 1,1-1-1,0 0 1,0 1-1,0-1 1,0 0 0,0 1-1,1-1 1,-1 0-1,1 1 1,1 3-1,0-2-6,0 0-1,0 0 0,1-1 0,0 1 1,-1-1-1,1 1 0,0-1 0,1 0 0,-1 0 1,6 3-1,2 1 54,1 0-1,-1-1 1,1 0 0,1-1-1,-1 0 1,22 4 0,-20-6 49,1-1 1,-1-1 0,1 0-1,-1-1 1,1-1 0,-1 0-1,1-1 1,-1 0 0,1-1-1,-1-1 1,0 0 0,-1-1-1,24-12 1,-23 11-182,-6 1 73,0 1 0,1 1 0,-1-1 0,1 1 0,0 1-1,19-3 1,-26 7 87,0 0 0,0 0 0,0 0 0,-1 1 0,1-1 0,-1 1 0,1 0 0,-1-1 0,0 1 0,1 3 0,2 3 13,0-2-108,1 0 1,-1 0 0,1-1-1,1 0 1,-1 0 0,1 0-1,0 0 1,0-1 0,1 0-1,0 0 1,-1-1 0,2 0-1,-1 0 1,0 0 0,1-1-1,0 0 1,-1-1 0,1 0-1,0 0 1,0-1 0,0 1-1,12-1 1,-5-1 78,-1 0 1,0-1-1,1-1 0,-1 0 1,0 0-1,0-2 0,0 0 1,0 0-1,-1-1 0,0-1 1,0 0-1,13-9 0,-23 13 93,0 1 0,-1-1 0,1 0-1,0 0 1,-1 0 0,0 0 0,1 0-1,-1 0 1,0-1 0,0 1 0,0-1 0,-1 0-1,1 1 1,-1-1 0,3-6 0,-4 9-138,-1 0 0,1 0 0,0 0 0,0-1 0,0 1 1,-1 0-1,1 0 0,0 0 0,0 0 0,0-1 0,-1 1 0,1 0 1,0 0-1,-1 0 0,1 0 0,0 0 0,0 0 0,-1 0 0,1 0 1,0 0-1,0 0 0,-1 0 0,1 0 0,0 0 0,-1 0 0,1 0 1,0 0-1,0 0 0,-1 0 0,1 0 0,0 0 0,0 0 0,-1 0 1,1 1-1,0-1 0,0 0 0,-1 0 0,1 0 0,0 1 0,0-1 1,0 0-1,-1 0 0,1 0 0,0 1 0,0-1 0,0 0 0,0 0 1,0 1-1,-1-1 0,1 0 0,0 1 0,-10 11 2,8-10-3,1 0-1,-1 1 0,1-1 0,0 0 0,0 0 0,0 1 0,0-1 0,0 1 0,0-1 0,1 1 1,0-1-1,-1 1 0,1-1 0,0 1 0,0-1 0,0 1 0,0 0 0,1-1 0,0 5 0,0-5-4,1 0 0,-1 0 0,0 0 0,1 0 0,-1 0 0,1 0 0,0-1 0,-1 1 0,1-1 0,0 1 0,0-1 0,0 1 0,0-1 0,0 0 0,1 0 0,-1 0 0,3 0 0,3 2 9,1-1 1,-1-1 0,1 0-1,0 0 1,-1 0-1,1-1 1,0-1-1,-1 1 1,1-1-1,14-4 1,-22 5 7,-1 0 0,1 0 0,0 0 1,0-1-1,-1 1 0,1 0 0,0-1 0,0 1 1,-1 0-1,1-1 0,0 1 0,-1-1 1,1 1-1,-1-1 0,1 1 0,-1-1 0,1 1 1,0-1-1,-1 0 0,0 1 0,1-1 0,-1 0 1,1 1-1,-1-1 0,0 0 0,0 0 0,1 1 1,-1-1-1,0-1 0,0 0 4,0 0 1,-1 0-1,1 0 0,-1 1 0,0-1 0,1 0 1,-1 0-1,0 1 0,0-1 0,0 0 1,0 1-1,-2-3 0,-50-44 127,43 39-134,-2-2-29,-79-61 103,83 65-188,-2 1 0,1 0-1,-1 1 1,0 0 0,0 1 0,0 0 0,-1 0-1,-10-1 1,14 5-146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8.9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91 3 19436,'-48'-2'2876,"46"2"-2682,0 0 1,0 0-1,-1 0 0,1 0 1,0 0-1,0 1 0,0-1 1,0 1-1,0-1 0,0 1 1,0 0-1,0 0 0,0 0 1,0 0-1,0 0 1,0 0-1,0 1 0,1-1 1,-3 3-1,4-4-155,1 1 1,-1-1-1,1 1 1,-1-1-1,1 1 1,-1 0-1,1-1 1,-1 0-1,1 1 1,-1-1-1,1 1 1,-1-1-1,1 0 1,0 1-1,-1-1 1,1 0-1,0 0 1,-1 1-1,1-1 1,0 0-1,0 0 1,-1 0-1,1 0 0,0 0 1,-1 0-1,1 0 1,1 0-1,23 2 154,44 0 40,79 6 198,-131-6-394,0 1-1,0 1 1,0 1 0,-1 0 0,0 1-1,23 12 1,-36-17-43,0 0 0,-1 0 0,1 0 0,-1 1 0,1-1-1,-1 1 1,1 0 0,-1 0 0,0 0 0,0 0 0,0 0 0,0 0 0,0 0 0,-1 1-1,1-1 1,-1 1 0,1-1 0,-1 1 0,0 0 0,0 0 0,0-1 0,0 1 0,-1 0-1,1 0 1,-1 0 0,0 0 0,0 0 0,0 4 0,-1-2-97,-1 0 0,0-1 0,0 1 0,-1-1 0,1 0 0,-1 0 0,0 0 0,0 0 0,0 0 0,-1-1 0,1 1 0,-1-1 0,0 0 0,0 0 0,0 0 0,-6 2 0,-24 15-485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3T18:49:49.1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 24493,'9'3'208,"-2"-7"-1024,2 4 432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00EE-611F-3DB3-914D-741810CDC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9B066-34BF-3A84-765B-6B81E8B8A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CBC57-F1FA-77BD-47E3-13E4D689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23579-B886-661F-9A3D-16F41CC2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B8B1-C876-6E94-E4E8-EA28DC8D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02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EBD2-4A11-864A-6024-392EEC77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7613F-0991-AFA3-CED8-5166BB0B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7ED0-8446-D247-D8FD-F523BEDC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894D4-E937-4916-83E8-042A1048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748E4-787D-E5AC-7FA9-BDF2744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10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3583-EEE4-FBFE-0D49-157831B6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EE93E-FFD0-2C1E-3FCC-BF9AFF692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03C1F-9A60-63C6-DB3B-50C15B55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4D599-5119-EADC-3EBC-2EA09FC6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0BBDC-DF5B-9A59-4530-621CFD22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175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FDE-AA22-BF0C-587E-AD9636B4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0AC03-151E-E15E-79B5-76FC078478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F5BDB-3218-41B4-DFB1-AFC2F734A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F1005-8B73-68A6-6DE9-7EB8A5AF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72240-EC6B-B823-1D62-0E8081BB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171F1-D687-C3F6-E4C4-093A358D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761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628C-9C65-BE5C-95AF-4B89F45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F5810-2490-AFC6-142B-F08A01A7D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E313C-7FFA-5069-109B-C2C932CB3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FF19C-6514-5920-B196-3D68AF129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676C1-D602-F76D-7F81-47E529616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CD30F-8D7B-5618-B788-30B6F9AFA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E2CD4-5FE0-56B5-C989-D1B96BA2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A2985-A028-8983-5C52-ED7905C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664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C34D-463E-7935-927B-E8B78DE5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1A760-3AC9-6304-45D5-FE6657DA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CCEA8-2617-A82A-50F2-A9552339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1C737-029E-A1BA-4849-2B9DA071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064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D81D5-B6F8-C1D7-8D78-BA7648C2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F9389B-86A1-1FD5-75B6-CCE2A22B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C45C-2A87-CB79-5B7C-63B3FD7D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646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7795-EC21-88BC-4CFD-D0751D805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B108-1042-6F1A-BE74-E571C9A28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A3F04-F185-FED4-1D5D-0F4C480A6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8E7F0-D12D-BC5B-72CC-030FBA63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09596-F2B6-5B9A-B3A4-6837921B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8885D-DDEC-C00C-3CDE-8C49A15C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209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CF51-0769-7F0C-3700-517E54449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195DB-6BCA-9029-B458-1786F73D9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B5544-CFCD-17B3-B3DD-2D50D8D31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28AD4-F8DA-FBEB-5262-29039014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19303-812A-B86E-26CC-FA71900C4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2851D-B68D-9CD7-966A-3E6991D2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E094-6DCC-29E3-A647-575E9F4D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B32D2-E2F8-B4E0-514E-93BB1354E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BCC71-9A93-B442-13CE-9BF788BA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D055E-8107-CCA4-7432-25A5B038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73A47-26EC-19CE-05D8-C554C86E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491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E9C46-AC77-CE60-6B24-0B74ECC66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6AEE2-7F37-7F0C-9D60-D7BCE7820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FE7CF-89EC-89CF-D7A6-2DD8705C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9352C-A646-9D91-E544-70527D1A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58E31-3BA4-A727-EF26-44AC1AD1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098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3840A2-9501-FDF5-B3C9-ED8E5922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1AA7E-C694-C380-0D39-93A410F0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5B9A0-D09F-7B7D-CB8B-0C4BA9B60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8AC2B-FDB0-4A72-B166-1B4511854B52}" type="datetimeFigureOut">
              <a:rPr lang="pt-PT" smtClean="0"/>
              <a:t>03/08/2025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FAA56-BDC9-51DE-99D9-B98EAA98B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EC05-319F-891F-6D7F-48D7F6F86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A44C1-4E52-4931-B091-F6CCA876224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617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366" Type="http://schemas.openxmlformats.org/officeDocument/2006/relationships/customXml" Target="../ink/ink183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image" Target="../media/image216.png"/><Relationship Id="rId268" Type="http://schemas.openxmlformats.org/officeDocument/2006/relationships/customXml" Target="../ink/ink134.xml"/><Relationship Id="rId475" Type="http://schemas.openxmlformats.org/officeDocument/2006/relationships/image" Target="../media/image237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377" Type="http://schemas.openxmlformats.org/officeDocument/2006/relationships/image" Target="../media/image188.png"/><Relationship Id="rId500" Type="http://schemas.openxmlformats.org/officeDocument/2006/relationships/customXml" Target="../ink/ink250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44" Type="http://schemas.openxmlformats.org/officeDocument/2006/relationships/customXml" Target="../ink/ink222.xml"/><Relationship Id="rId486" Type="http://schemas.openxmlformats.org/officeDocument/2006/relationships/customXml" Target="../ink/ink243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388" Type="http://schemas.openxmlformats.org/officeDocument/2006/relationships/customXml" Target="../ink/ink194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6.png"/><Relationship Id="rId248" Type="http://schemas.openxmlformats.org/officeDocument/2006/relationships/customXml" Target="../ink/ink124.xml"/><Relationship Id="rId455" Type="http://schemas.openxmlformats.org/officeDocument/2006/relationships/image" Target="../media/image227.png"/><Relationship Id="rId497" Type="http://schemas.openxmlformats.org/officeDocument/2006/relationships/image" Target="../media/image24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424" Type="http://schemas.openxmlformats.org/officeDocument/2006/relationships/customXml" Target="../ink/ink212.xml"/><Relationship Id="rId466" Type="http://schemas.openxmlformats.org/officeDocument/2006/relationships/customXml" Target="../ink/ink23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image" Target="../media/image217.png"/><Relationship Id="rId477" Type="http://schemas.openxmlformats.org/officeDocument/2006/relationships/image" Target="../media/image238.png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502" Type="http://schemas.openxmlformats.org/officeDocument/2006/relationships/customXml" Target="../ink/ink251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446" Type="http://schemas.openxmlformats.org/officeDocument/2006/relationships/customXml" Target="../ink/ink223.xml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88" Type="http://schemas.openxmlformats.org/officeDocument/2006/relationships/customXml" Target="../ink/ink244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7.png"/><Relationship Id="rId457" Type="http://schemas.openxmlformats.org/officeDocument/2006/relationships/image" Target="../media/image228.png"/><Relationship Id="rId261" Type="http://schemas.openxmlformats.org/officeDocument/2006/relationships/image" Target="../media/image130.png"/><Relationship Id="rId499" Type="http://schemas.openxmlformats.org/officeDocument/2006/relationships/image" Target="../media/image249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426" Type="http://schemas.openxmlformats.org/officeDocument/2006/relationships/customXml" Target="../ink/ink213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437" Type="http://schemas.openxmlformats.org/officeDocument/2006/relationships/image" Target="../media/image218.png"/><Relationship Id="rId479" Type="http://schemas.openxmlformats.org/officeDocument/2006/relationships/image" Target="../media/image239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406" Type="http://schemas.openxmlformats.org/officeDocument/2006/relationships/customXml" Target="../ink/ink203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6.xml"/><Relationship Id="rId448" Type="http://schemas.openxmlformats.org/officeDocument/2006/relationships/customXml" Target="../ink/ink224.xml"/><Relationship Id="rId252" Type="http://schemas.openxmlformats.org/officeDocument/2006/relationships/customXml" Target="../ink/ink126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196" Type="http://schemas.openxmlformats.org/officeDocument/2006/relationships/customXml" Target="../ink/ink98.xml"/><Relationship Id="rId417" Type="http://schemas.openxmlformats.org/officeDocument/2006/relationships/image" Target="../media/image208.png"/><Relationship Id="rId459" Type="http://schemas.openxmlformats.org/officeDocument/2006/relationships/image" Target="../media/image229.png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470" Type="http://schemas.openxmlformats.org/officeDocument/2006/relationships/customXml" Target="../ink/ink235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0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0.png"/><Relationship Id="rId383" Type="http://schemas.openxmlformats.org/officeDocument/2006/relationships/image" Target="../media/image191.png"/><Relationship Id="rId439" Type="http://schemas.openxmlformats.org/officeDocument/2006/relationships/image" Target="../media/image219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2.png"/><Relationship Id="rId450" Type="http://schemas.openxmlformats.org/officeDocument/2006/relationships/customXml" Target="../ink/ink225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0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63" Type="http://schemas.openxmlformats.org/officeDocument/2006/relationships/image" Target="../media/image181.png"/><Relationship Id="rId419" Type="http://schemas.openxmlformats.org/officeDocument/2006/relationships/image" Target="../media/image209.png"/><Relationship Id="rId223" Type="http://schemas.openxmlformats.org/officeDocument/2006/relationships/image" Target="../media/image111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6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image" Target="../media/image220.png"/><Relationship Id="rId483" Type="http://schemas.openxmlformats.org/officeDocument/2006/relationships/image" Target="../media/image241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43" Type="http://schemas.openxmlformats.org/officeDocument/2006/relationships/image" Target="../media/image171.png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0.png"/><Relationship Id="rId463" Type="http://schemas.openxmlformats.org/officeDocument/2006/relationships/image" Target="../media/image231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1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2.png"/><Relationship Id="rId225" Type="http://schemas.openxmlformats.org/officeDocument/2006/relationships/image" Target="../media/image112.png"/><Relationship Id="rId267" Type="http://schemas.openxmlformats.org/officeDocument/2006/relationships/image" Target="../media/image133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422" Type="http://schemas.openxmlformats.org/officeDocument/2006/relationships/customXml" Target="../ink/ink211.xml"/><Relationship Id="rId443" Type="http://schemas.openxmlformats.org/officeDocument/2006/relationships/image" Target="../media/image221.png"/><Relationship Id="rId464" Type="http://schemas.openxmlformats.org/officeDocument/2006/relationships/customXml" Target="../ink/ink232.xml"/><Relationship Id="rId303" Type="http://schemas.openxmlformats.org/officeDocument/2006/relationships/image" Target="../media/image151.png"/><Relationship Id="rId485" Type="http://schemas.openxmlformats.org/officeDocument/2006/relationships/image" Target="../media/image242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6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1.png"/><Relationship Id="rId258" Type="http://schemas.openxmlformats.org/officeDocument/2006/relationships/customXml" Target="../ink/ink129.xml"/><Relationship Id="rId465" Type="http://schemas.openxmlformats.org/officeDocument/2006/relationships/image" Target="../media/image232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0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2.png"/><Relationship Id="rId487" Type="http://schemas.openxmlformats.org/officeDocument/2006/relationships/image" Target="../media/image243.png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2.png"/><Relationship Id="rId467" Type="http://schemas.openxmlformats.org/officeDocument/2006/relationships/image" Target="../media/image233.png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1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image" Target="../media/image223.png"/><Relationship Id="rId251" Type="http://schemas.openxmlformats.org/officeDocument/2006/relationships/image" Target="../media/image125.png"/><Relationship Id="rId489" Type="http://schemas.openxmlformats.org/officeDocument/2006/relationships/image" Target="../media/image244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427" Type="http://schemas.openxmlformats.org/officeDocument/2006/relationships/image" Target="../media/image213.png"/><Relationship Id="rId469" Type="http://schemas.openxmlformats.org/officeDocument/2006/relationships/image" Target="../media/image234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0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5.png"/><Relationship Id="rId505" Type="http://schemas.openxmlformats.org/officeDocument/2006/relationships/image" Target="../media/image252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image" Target="../media/image224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customXml" Target="../ink/ink230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5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image" Target="../media/image214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6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image" Target="../media/image225.png"/><Relationship Id="rId493" Type="http://schemas.openxmlformats.org/officeDocument/2006/relationships/image" Target="../media/image246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0.xml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customXml" Target="../ink/ink231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5.png"/><Relationship Id="rId473" Type="http://schemas.openxmlformats.org/officeDocument/2006/relationships/image" Target="../media/image236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8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3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53" Type="http://schemas.openxmlformats.org/officeDocument/2006/relationships/image" Target="../media/image226.png"/><Relationship Id="rId106" Type="http://schemas.openxmlformats.org/officeDocument/2006/relationships/customXml" Target="../ink/ink53.xml"/><Relationship Id="rId313" Type="http://schemas.openxmlformats.org/officeDocument/2006/relationships/image" Target="../media/image156.png"/><Relationship Id="rId495" Type="http://schemas.openxmlformats.org/officeDocument/2006/relationships/image" Target="../media/image247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7.png"/><Relationship Id="rId397" Type="http://schemas.openxmlformats.org/officeDocument/2006/relationships/image" Target="../media/image1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522215-EFA9-2983-0402-E60C6A09651B}"/>
              </a:ext>
            </a:extLst>
          </p:cNvPr>
          <p:cNvGrpSpPr/>
          <p:nvPr/>
        </p:nvGrpSpPr>
        <p:grpSpPr>
          <a:xfrm>
            <a:off x="504814" y="128019"/>
            <a:ext cx="2052360" cy="1088280"/>
            <a:chOff x="504814" y="128019"/>
            <a:chExt cx="2052360" cy="10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BACE39F-ADA9-2CAE-FE94-63F472721764}"/>
                    </a:ext>
                  </a:extLst>
                </p14:cNvPr>
                <p14:cNvContentPartPr/>
                <p14:nvPr/>
              </p14:nvContentPartPr>
              <p14:xfrm>
                <a:off x="655294" y="333939"/>
                <a:ext cx="531360" cy="687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BACE39F-ADA9-2CAE-FE94-63F47272176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6294" y="324939"/>
                  <a:ext cx="54900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199E80-ACBF-0987-FBC4-1F95D77F6337}"/>
                    </a:ext>
                  </a:extLst>
                </p14:cNvPr>
                <p14:cNvContentPartPr/>
                <p14:nvPr/>
              </p14:nvContentPartPr>
              <p14:xfrm>
                <a:off x="1361254" y="374979"/>
                <a:ext cx="340200" cy="504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199E80-ACBF-0987-FBC4-1F95D77F63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2614" y="366339"/>
                  <a:ext cx="3578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4C84DC-635E-6AF8-0593-303A4AEB5422}"/>
                    </a:ext>
                  </a:extLst>
                </p14:cNvPr>
                <p14:cNvContentPartPr/>
                <p14:nvPr/>
              </p14:nvContentPartPr>
              <p14:xfrm>
                <a:off x="1743574" y="378939"/>
                <a:ext cx="504720" cy="489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4C84DC-635E-6AF8-0593-303A4AEB54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34934" y="369939"/>
                  <a:ext cx="5223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5951F7-A798-B967-C3BF-E093A79C3DA5}"/>
                    </a:ext>
                  </a:extLst>
                </p14:cNvPr>
                <p14:cNvContentPartPr/>
                <p14:nvPr/>
              </p14:nvContentPartPr>
              <p14:xfrm>
                <a:off x="504814" y="128019"/>
                <a:ext cx="2052360" cy="1088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5951F7-A798-B967-C3BF-E093A79C3D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5814" y="119379"/>
                  <a:ext cx="2070000" cy="110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9EAF2E-8FA0-EBFC-95F3-49634A34D82D}"/>
                  </a:ext>
                </a:extLst>
              </p14:cNvPr>
              <p14:cNvContentPartPr/>
              <p14:nvPr/>
            </p14:nvContentPartPr>
            <p14:xfrm>
              <a:off x="6400894" y="1031979"/>
              <a:ext cx="3041640" cy="2741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9EAF2E-8FA0-EBFC-95F3-49634A34D8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92254" y="1023339"/>
                <a:ext cx="3059280" cy="27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ECD0654-BD7D-E761-2315-0F3E2F9E5453}"/>
                  </a:ext>
                </a:extLst>
              </p14:cNvPr>
              <p14:cNvContentPartPr/>
              <p14:nvPr/>
            </p14:nvContentPartPr>
            <p14:xfrm>
              <a:off x="6936574" y="1046379"/>
              <a:ext cx="2267640" cy="2544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ECD0654-BD7D-E761-2315-0F3E2F9E54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27934" y="1037379"/>
                <a:ext cx="228528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E5DEF51-E568-B70E-3FDD-F4E43E85DD25}"/>
                  </a:ext>
                </a:extLst>
              </p14:cNvPr>
              <p14:cNvContentPartPr/>
              <p14:nvPr/>
            </p14:nvContentPartPr>
            <p14:xfrm>
              <a:off x="6783574" y="1030899"/>
              <a:ext cx="2166120" cy="2523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E5DEF51-E568-B70E-3FDD-F4E43E85DD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74934" y="1021899"/>
                <a:ext cx="2183760" cy="254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9B3E51CF-BBCE-3B48-0A9D-BB03E063F13C}"/>
              </a:ext>
            </a:extLst>
          </p:cNvPr>
          <p:cNvGrpSpPr/>
          <p:nvPr/>
        </p:nvGrpSpPr>
        <p:grpSpPr>
          <a:xfrm>
            <a:off x="5454814" y="911379"/>
            <a:ext cx="385560" cy="573480"/>
            <a:chOff x="5454814" y="911379"/>
            <a:chExt cx="38556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A1160B-5B16-5639-DB61-254D1A208309}"/>
                    </a:ext>
                  </a:extLst>
                </p14:cNvPr>
                <p14:cNvContentPartPr/>
                <p14:nvPr/>
              </p14:nvContentPartPr>
              <p14:xfrm>
                <a:off x="5503054" y="911379"/>
                <a:ext cx="337320" cy="573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A1160B-5B16-5639-DB61-254D1A2083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94054" y="902739"/>
                  <a:ext cx="3549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A63FE5B-36BF-0B12-9639-A862802F5EEA}"/>
                    </a:ext>
                  </a:extLst>
                </p14:cNvPr>
                <p14:cNvContentPartPr/>
                <p14:nvPr/>
              </p14:nvContentPartPr>
              <p14:xfrm>
                <a:off x="5454814" y="1150419"/>
                <a:ext cx="269640" cy="2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A63FE5B-36BF-0B12-9639-A862802F5E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45814" y="1141779"/>
                  <a:ext cx="28728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3A1DCE5-C6E1-39E0-C9FB-3BA0952155D3}"/>
                  </a:ext>
                </a:extLst>
              </p14:cNvPr>
              <p14:cNvContentPartPr/>
              <p14:nvPr/>
            </p14:nvContentPartPr>
            <p14:xfrm>
              <a:off x="9407614" y="4030419"/>
              <a:ext cx="393840" cy="298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3A1DCE5-C6E1-39E0-C9FB-3BA0952155D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974" y="4021779"/>
                <a:ext cx="41148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9C63063-CA3D-565C-1224-16AF33CA3F91}"/>
              </a:ext>
            </a:extLst>
          </p:cNvPr>
          <p:cNvGrpSpPr/>
          <p:nvPr/>
        </p:nvGrpSpPr>
        <p:grpSpPr>
          <a:xfrm>
            <a:off x="8515174" y="1410699"/>
            <a:ext cx="552600" cy="702720"/>
            <a:chOff x="8515174" y="1410699"/>
            <a:chExt cx="552600" cy="70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519BF8-C8E5-C11C-748F-B1E85D0FF6D0}"/>
                    </a:ext>
                  </a:extLst>
                </p14:cNvPr>
                <p14:cNvContentPartPr/>
                <p14:nvPr/>
              </p14:nvContentPartPr>
              <p14:xfrm>
                <a:off x="8831974" y="1454979"/>
                <a:ext cx="235800" cy="7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519BF8-C8E5-C11C-748F-B1E85D0FF6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22974" y="1445979"/>
                  <a:ext cx="253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6A77B2-6E9B-7954-B95F-281E496B9BF3}"/>
                    </a:ext>
                  </a:extLst>
                </p14:cNvPr>
                <p14:cNvContentPartPr/>
                <p14:nvPr/>
              </p14:nvContentPartPr>
              <p14:xfrm>
                <a:off x="8763934" y="1410699"/>
                <a:ext cx="107640" cy="9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6A77B2-6E9B-7954-B95F-281E496B9B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55294" y="1401699"/>
                  <a:ext cx="125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06BBF12-92DB-6700-BDEB-799D5C5A7B5C}"/>
                    </a:ext>
                  </a:extLst>
                </p14:cNvPr>
                <p14:cNvContentPartPr/>
                <p14:nvPr/>
              </p14:nvContentPartPr>
              <p14:xfrm>
                <a:off x="8655574" y="1774299"/>
                <a:ext cx="271080" cy="6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06BBF12-92DB-6700-BDEB-799D5C5A7B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46934" y="1765659"/>
                  <a:ext cx="288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412A19-6C26-02B1-8E41-589DB8145EE1}"/>
                    </a:ext>
                  </a:extLst>
                </p14:cNvPr>
                <p14:cNvContentPartPr/>
                <p14:nvPr/>
              </p14:nvContentPartPr>
              <p14:xfrm>
                <a:off x="8618854" y="1718859"/>
                <a:ext cx="150840" cy="10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412A19-6C26-02B1-8E41-589DB8145EE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10214" y="1709859"/>
                  <a:ext cx="16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A35B58-BB2D-751F-6006-DC85020C4F7C}"/>
                    </a:ext>
                  </a:extLst>
                </p14:cNvPr>
                <p14:cNvContentPartPr/>
                <p14:nvPr/>
              </p14:nvContentPartPr>
              <p14:xfrm>
                <a:off x="8568814" y="2038899"/>
                <a:ext cx="292680" cy="1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A35B58-BB2D-751F-6006-DC85020C4F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59814" y="2030259"/>
                  <a:ext cx="31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014AA0-EEF8-EAE0-1417-BE9EEE056DFA}"/>
                    </a:ext>
                  </a:extLst>
                </p14:cNvPr>
                <p14:cNvContentPartPr/>
                <p14:nvPr/>
              </p14:nvContentPartPr>
              <p14:xfrm>
                <a:off x="8515174" y="1998219"/>
                <a:ext cx="123120" cy="11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014AA0-EEF8-EAE0-1417-BE9EEE056DF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06174" y="1989219"/>
                  <a:ext cx="14076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A11B0D-329D-4240-A7D0-C7F8F011AEAE}"/>
              </a:ext>
            </a:extLst>
          </p:cNvPr>
          <p:cNvGrpSpPr/>
          <p:nvPr/>
        </p:nvGrpSpPr>
        <p:grpSpPr>
          <a:xfrm>
            <a:off x="6821374" y="3165699"/>
            <a:ext cx="196920" cy="243360"/>
            <a:chOff x="6821374" y="3165699"/>
            <a:chExt cx="1969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A8F92D-4E37-8709-9334-749221A0335D}"/>
                    </a:ext>
                  </a:extLst>
                </p14:cNvPr>
                <p14:cNvContentPartPr/>
                <p14:nvPr/>
              </p14:nvContentPartPr>
              <p14:xfrm>
                <a:off x="6889774" y="3217179"/>
                <a:ext cx="128520" cy="2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A8F92D-4E37-8709-9334-749221A033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80774" y="3208179"/>
                  <a:ext cx="146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8E3107-6551-DC1E-CD4E-611095A0FFD5}"/>
                    </a:ext>
                  </a:extLst>
                </p14:cNvPr>
                <p14:cNvContentPartPr/>
                <p14:nvPr/>
              </p14:nvContentPartPr>
              <p14:xfrm>
                <a:off x="6873214" y="3165699"/>
                <a:ext cx="64440" cy="65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C8E3107-6551-DC1E-CD4E-611095A0FF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64214" y="3157059"/>
                  <a:ext cx="82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36417A-A0ED-C4F1-4D73-37A697B907A5}"/>
                    </a:ext>
                  </a:extLst>
                </p14:cNvPr>
                <p14:cNvContentPartPr/>
                <p14:nvPr/>
              </p14:nvContentPartPr>
              <p14:xfrm>
                <a:off x="6821374" y="3364419"/>
                <a:ext cx="136440" cy="3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36417A-A0ED-C4F1-4D73-37A697B907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12734" y="3355419"/>
                  <a:ext cx="154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BD91FD0-D41D-76B4-5531-4E9BE6BBF374}"/>
                    </a:ext>
                  </a:extLst>
                </p14:cNvPr>
                <p14:cNvContentPartPr/>
                <p14:nvPr/>
              </p14:nvContentPartPr>
              <p14:xfrm>
                <a:off x="6838654" y="3353619"/>
                <a:ext cx="110520" cy="55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BD91FD0-D41D-76B4-5531-4E9BE6BBF3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0014" y="3344979"/>
                  <a:ext cx="1281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EF5885F-39CB-0214-BF9F-882BE4AB12EE}"/>
              </a:ext>
            </a:extLst>
          </p:cNvPr>
          <p:cNvGrpSpPr/>
          <p:nvPr/>
        </p:nvGrpSpPr>
        <p:grpSpPr>
          <a:xfrm>
            <a:off x="6417454" y="1003899"/>
            <a:ext cx="3447360" cy="67680"/>
            <a:chOff x="6417454" y="1003899"/>
            <a:chExt cx="344736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EDFF8A-D3B1-19C7-B67F-3B80E00388BA}"/>
                    </a:ext>
                  </a:extLst>
                </p14:cNvPr>
                <p14:cNvContentPartPr/>
                <p14:nvPr/>
              </p14:nvContentPartPr>
              <p14:xfrm>
                <a:off x="6417454" y="1022259"/>
                <a:ext cx="181800" cy="1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EDFF8A-D3B1-19C7-B67F-3B80E00388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08454" y="1013259"/>
                  <a:ext cx="199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D6BB6D-9B9A-6DB0-AE0B-9824DFA7E72F}"/>
                    </a:ext>
                  </a:extLst>
                </p14:cNvPr>
                <p14:cNvContentPartPr/>
                <p14:nvPr/>
              </p14:nvContentPartPr>
              <p14:xfrm>
                <a:off x="6868894" y="1009659"/>
                <a:ext cx="135000" cy="9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D6BB6D-9B9A-6DB0-AE0B-9824DFA7E7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59894" y="1001019"/>
                  <a:ext cx="152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559005-1C62-D9E0-73DE-BC6E25D5B0BE}"/>
                    </a:ext>
                  </a:extLst>
                </p14:cNvPr>
                <p14:cNvContentPartPr/>
                <p14:nvPr/>
              </p14:nvContentPartPr>
              <p14:xfrm>
                <a:off x="7273534" y="1012899"/>
                <a:ext cx="69120" cy="20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559005-1C62-D9E0-73DE-BC6E25D5B0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64534" y="1004259"/>
                  <a:ext cx="86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6169DC0-DF47-06F3-71A8-6F8AF0F2BC8B}"/>
                    </a:ext>
                  </a:extLst>
                </p14:cNvPr>
                <p14:cNvContentPartPr/>
                <p14:nvPr/>
              </p14:nvContentPartPr>
              <p14:xfrm>
                <a:off x="7642174" y="1020459"/>
                <a:ext cx="70200" cy="2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6169DC0-DF47-06F3-71A8-6F8AF0F2BC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33534" y="1011819"/>
                  <a:ext cx="87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D2F1A6-44D9-DD5C-71F6-40693AD340BB}"/>
                    </a:ext>
                  </a:extLst>
                </p14:cNvPr>
                <p14:cNvContentPartPr/>
                <p14:nvPr/>
              </p14:nvContentPartPr>
              <p14:xfrm>
                <a:off x="8466934" y="1013619"/>
                <a:ext cx="87480" cy="17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D2F1A6-44D9-DD5C-71F6-40693AD340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7934" y="1004619"/>
                  <a:ext cx="105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CE09A3-B78E-49B1-6E8C-811190FA684D}"/>
                    </a:ext>
                  </a:extLst>
                </p14:cNvPr>
                <p14:cNvContentPartPr/>
                <p14:nvPr/>
              </p14:nvContentPartPr>
              <p14:xfrm>
                <a:off x="8741254" y="1036659"/>
                <a:ext cx="42480" cy="2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CE09A3-B78E-49B1-6E8C-811190FA68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32254" y="1027659"/>
                  <a:ext cx="60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261B18-E6B5-4A05-0394-6F42CB1539A5}"/>
                    </a:ext>
                  </a:extLst>
                </p14:cNvPr>
                <p14:cNvContentPartPr/>
                <p14:nvPr/>
              </p14:nvContentPartPr>
              <p14:xfrm>
                <a:off x="9132214" y="1040259"/>
                <a:ext cx="160920" cy="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261B18-E6B5-4A05-0394-6F42CB1539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23574" y="1031259"/>
                  <a:ext cx="178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A770FD-DA9B-E731-AEF8-0E9EF3F4F703}"/>
                    </a:ext>
                  </a:extLst>
                </p14:cNvPr>
                <p14:cNvContentPartPr/>
                <p14:nvPr/>
              </p14:nvContentPartPr>
              <p14:xfrm>
                <a:off x="9571054" y="1035939"/>
                <a:ext cx="45720" cy="2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A770FD-DA9B-E731-AEF8-0E9EF3F4F7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62054" y="1027299"/>
                  <a:ext cx="633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6BEA7D-DB06-D1CF-5E78-8A67EC1C9DE1}"/>
                    </a:ext>
                  </a:extLst>
                </p14:cNvPr>
                <p14:cNvContentPartPr/>
                <p14:nvPr/>
              </p14:nvContentPartPr>
              <p14:xfrm>
                <a:off x="9800374" y="1058259"/>
                <a:ext cx="64440" cy="1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6BEA7D-DB06-D1CF-5E78-8A67EC1C9DE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91734" y="1049619"/>
                  <a:ext cx="82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CE84F3-4163-1C9B-4D95-552D3EC7F39F}"/>
                    </a:ext>
                  </a:extLst>
                </p14:cNvPr>
                <p14:cNvContentPartPr/>
                <p14:nvPr/>
              </p14:nvContentPartPr>
              <p14:xfrm>
                <a:off x="7988494" y="1023699"/>
                <a:ext cx="65880" cy="7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CE84F3-4163-1C9B-4D95-552D3EC7F3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79854" y="1015059"/>
                  <a:ext cx="83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9C0AFF5-818C-889D-0CF5-C632647B610B}"/>
                    </a:ext>
                  </a:extLst>
                </p14:cNvPr>
                <p14:cNvContentPartPr/>
                <p14:nvPr/>
              </p14:nvContentPartPr>
              <p14:xfrm>
                <a:off x="8193694" y="1003899"/>
                <a:ext cx="19440" cy="20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9C0AFF5-818C-889D-0CF5-C632647B61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84694" y="995259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26EAE1E-741F-437F-7633-E731460B3C45}"/>
              </a:ext>
            </a:extLst>
          </p:cNvPr>
          <p:cNvGrpSpPr/>
          <p:nvPr/>
        </p:nvGrpSpPr>
        <p:grpSpPr>
          <a:xfrm>
            <a:off x="693814" y="1216659"/>
            <a:ext cx="3554280" cy="556920"/>
            <a:chOff x="693814" y="1216659"/>
            <a:chExt cx="3554280" cy="55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57647A-E0F7-3134-8989-45A61B4211D4}"/>
                    </a:ext>
                  </a:extLst>
                </p14:cNvPr>
                <p14:cNvContentPartPr/>
                <p14:nvPr/>
              </p14:nvContentPartPr>
              <p14:xfrm>
                <a:off x="693814" y="1434099"/>
                <a:ext cx="78840" cy="115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57647A-E0F7-3134-8989-45A61B4211D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4814" y="1425459"/>
                  <a:ext cx="96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940C55-B269-00F7-46BA-9CF0958610E7}"/>
                    </a:ext>
                  </a:extLst>
                </p14:cNvPr>
                <p14:cNvContentPartPr/>
                <p14:nvPr/>
              </p14:nvContentPartPr>
              <p14:xfrm>
                <a:off x="1031854" y="1448859"/>
                <a:ext cx="610200" cy="275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940C55-B269-00F7-46BA-9CF0958610E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3214" y="1440219"/>
                  <a:ext cx="627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BAF767-34F4-3618-2C58-E17BA7E65D72}"/>
                    </a:ext>
                  </a:extLst>
                </p14:cNvPr>
                <p14:cNvContentPartPr/>
                <p14:nvPr/>
              </p14:nvContentPartPr>
              <p14:xfrm>
                <a:off x="1970014" y="1294419"/>
                <a:ext cx="752400" cy="479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BAF767-34F4-3618-2C58-E17BA7E65D7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61014" y="1285779"/>
                  <a:ext cx="7700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E285B4B-0F27-FB8A-CB76-CB25591E4693}"/>
                    </a:ext>
                  </a:extLst>
                </p14:cNvPr>
                <p14:cNvContentPartPr/>
                <p14:nvPr/>
              </p14:nvContentPartPr>
              <p14:xfrm>
                <a:off x="3061894" y="1216659"/>
                <a:ext cx="821160" cy="281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E285B4B-0F27-FB8A-CB76-CB25591E469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53254" y="1207659"/>
                  <a:ext cx="838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80528FA-2ADA-1A53-E447-F870D9D30B8E}"/>
                    </a:ext>
                  </a:extLst>
                </p14:cNvPr>
                <p14:cNvContentPartPr/>
                <p14:nvPr/>
              </p14:nvContentPartPr>
              <p14:xfrm>
                <a:off x="3564814" y="1274979"/>
                <a:ext cx="227160" cy="30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80528FA-2ADA-1A53-E447-F870D9D30B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55814" y="1266339"/>
                  <a:ext cx="244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596CD6-9B88-2171-A38D-A4F93E03A38F}"/>
                    </a:ext>
                  </a:extLst>
                </p14:cNvPr>
                <p14:cNvContentPartPr/>
                <p14:nvPr/>
              </p14:nvContentPartPr>
              <p14:xfrm>
                <a:off x="4076014" y="1228539"/>
                <a:ext cx="172080" cy="124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596CD6-9B88-2171-A38D-A4F93E03A3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67374" y="1219899"/>
                  <a:ext cx="189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181C06-B8EB-64CD-2546-F033E941BEBB}"/>
                    </a:ext>
                  </a:extLst>
                </p14:cNvPr>
                <p14:cNvContentPartPr/>
                <p14:nvPr/>
              </p14:nvContentPartPr>
              <p14:xfrm>
                <a:off x="4179694" y="1497099"/>
                <a:ext cx="32760" cy="28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181C06-B8EB-64CD-2546-F033E941BE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70694" y="1488099"/>
                  <a:ext cx="504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5F9F15B-D09F-AC05-6041-8768F8AAE58C}"/>
              </a:ext>
            </a:extLst>
          </p:cNvPr>
          <p:cNvGrpSpPr/>
          <p:nvPr/>
        </p:nvGrpSpPr>
        <p:grpSpPr>
          <a:xfrm>
            <a:off x="785974" y="1914699"/>
            <a:ext cx="2549520" cy="828000"/>
            <a:chOff x="785974" y="1914699"/>
            <a:chExt cx="2549520" cy="82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8AAD853-67ED-6269-30BA-1E3593EA43E8}"/>
                    </a:ext>
                  </a:extLst>
                </p14:cNvPr>
                <p14:cNvContentPartPr/>
                <p14:nvPr/>
              </p14:nvContentPartPr>
              <p14:xfrm>
                <a:off x="785974" y="1950699"/>
                <a:ext cx="737640" cy="301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8AAD853-67ED-6269-30BA-1E3593EA43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7334" y="1942059"/>
                  <a:ext cx="755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51BA96B-6275-B90D-F909-347DD4DDCA30}"/>
                    </a:ext>
                  </a:extLst>
                </p14:cNvPr>
                <p14:cNvContentPartPr/>
                <p14:nvPr/>
              </p14:nvContentPartPr>
              <p14:xfrm>
                <a:off x="1721974" y="1914699"/>
                <a:ext cx="923400" cy="321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51BA96B-6275-B90D-F909-347DD4DDCA3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13334" y="1906059"/>
                  <a:ext cx="9410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B7F1CA2-61DF-C952-6A84-84FB7BDC39BF}"/>
                    </a:ext>
                  </a:extLst>
                </p14:cNvPr>
                <p14:cNvContentPartPr/>
                <p14:nvPr/>
              </p14:nvContentPartPr>
              <p14:xfrm>
                <a:off x="3082414" y="2058339"/>
                <a:ext cx="253080" cy="168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B7F1CA2-61DF-C952-6A84-84FB7BDC39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73774" y="2049699"/>
                  <a:ext cx="270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5C99F5-A67E-BCEF-0530-F8A33819DD28}"/>
                    </a:ext>
                  </a:extLst>
                </p14:cNvPr>
                <p14:cNvContentPartPr/>
                <p14:nvPr/>
              </p14:nvContentPartPr>
              <p14:xfrm>
                <a:off x="3063334" y="2084979"/>
                <a:ext cx="86040" cy="113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5C99F5-A67E-BCEF-0530-F8A33819DD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54334" y="2076339"/>
                  <a:ext cx="103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741969-7FD3-47B9-C093-85CF701D2ECD}"/>
                    </a:ext>
                  </a:extLst>
                </p14:cNvPr>
                <p14:cNvContentPartPr/>
                <p14:nvPr/>
              </p14:nvContentPartPr>
              <p14:xfrm>
                <a:off x="959494" y="2432019"/>
                <a:ext cx="149400" cy="310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741969-7FD3-47B9-C093-85CF701D2EC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0494" y="2423379"/>
                  <a:ext cx="167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169329F-42E9-6BBB-97B6-CBA652BF5E0A}"/>
                    </a:ext>
                  </a:extLst>
                </p14:cNvPr>
                <p14:cNvContentPartPr/>
                <p14:nvPr/>
              </p14:nvContentPartPr>
              <p14:xfrm>
                <a:off x="1151734" y="2468019"/>
                <a:ext cx="1013760" cy="130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169329F-42E9-6BBB-97B6-CBA652BF5E0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43094" y="2459019"/>
                  <a:ext cx="1031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9BE5B4C-FE12-38C8-1261-ACB72D581473}"/>
                    </a:ext>
                  </a:extLst>
                </p14:cNvPr>
                <p14:cNvContentPartPr/>
                <p14:nvPr/>
              </p14:nvContentPartPr>
              <p14:xfrm>
                <a:off x="2241454" y="2307819"/>
                <a:ext cx="246240" cy="289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9BE5B4C-FE12-38C8-1261-ACB72D58147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32814" y="2298819"/>
                  <a:ext cx="2638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5592539-8BAA-487F-9F7C-B275204EAB3A}"/>
                    </a:ext>
                  </a:extLst>
                </p14:cNvPr>
                <p14:cNvContentPartPr/>
                <p14:nvPr/>
              </p14:nvContentPartPr>
              <p14:xfrm>
                <a:off x="2559334" y="2451459"/>
                <a:ext cx="69840" cy="11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5592539-8BAA-487F-9F7C-B275204EAB3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50334" y="2442459"/>
                  <a:ext cx="87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D085D5A-53AE-76AE-58F6-4712E8BC577B}"/>
                    </a:ext>
                  </a:extLst>
                </p14:cNvPr>
                <p14:cNvContentPartPr/>
                <p14:nvPr/>
              </p14:nvContentPartPr>
              <p14:xfrm>
                <a:off x="2691454" y="2550459"/>
                <a:ext cx="19080" cy="19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D085D5A-53AE-76AE-58F6-4712E8BC57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82814" y="2541819"/>
                  <a:ext cx="3672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72E8D9B-AAEA-DB5E-DA0A-2EE08A193624}"/>
              </a:ext>
            </a:extLst>
          </p:cNvPr>
          <p:cNvGrpSpPr/>
          <p:nvPr/>
        </p:nvGrpSpPr>
        <p:grpSpPr>
          <a:xfrm>
            <a:off x="514534" y="2851419"/>
            <a:ext cx="5118480" cy="1779480"/>
            <a:chOff x="514534" y="2851419"/>
            <a:chExt cx="5118480" cy="177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6D8226-AE88-FD8A-C193-C247EEBA45C9}"/>
                    </a:ext>
                  </a:extLst>
                </p14:cNvPr>
                <p14:cNvContentPartPr/>
                <p14:nvPr/>
              </p14:nvContentPartPr>
              <p14:xfrm>
                <a:off x="693454" y="3060579"/>
                <a:ext cx="120960" cy="240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6D8226-AE88-FD8A-C193-C247EEBA45C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4454" y="3051939"/>
                  <a:ext cx="138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B45823E-8157-A0BD-B474-3929F114C9B0}"/>
                    </a:ext>
                  </a:extLst>
                </p14:cNvPr>
                <p14:cNvContentPartPr/>
                <p14:nvPr/>
              </p14:nvContentPartPr>
              <p14:xfrm>
                <a:off x="890734" y="3189459"/>
                <a:ext cx="591840" cy="101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B45823E-8157-A0BD-B474-3929F114C9B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2094" y="3180459"/>
                  <a:ext cx="609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E1DD00-C81C-E031-C699-33171BE31F06}"/>
                    </a:ext>
                  </a:extLst>
                </p14:cNvPr>
                <p14:cNvContentPartPr/>
                <p14:nvPr/>
              </p14:nvContentPartPr>
              <p14:xfrm>
                <a:off x="1613974" y="3181179"/>
                <a:ext cx="88200" cy="303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E1DD00-C81C-E031-C699-33171BE31F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04974" y="3172179"/>
                  <a:ext cx="105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413A17-9DEE-392B-7C61-EEEB01B07FB0}"/>
                    </a:ext>
                  </a:extLst>
                </p14:cNvPr>
                <p14:cNvContentPartPr/>
                <p14:nvPr/>
              </p14:nvContentPartPr>
              <p14:xfrm>
                <a:off x="1782814" y="3192699"/>
                <a:ext cx="393480" cy="9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413A17-9DEE-392B-7C61-EEEB01B07FB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73814" y="3183699"/>
                  <a:ext cx="411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6AC1C49-73C0-9AF3-6D92-DEB8D3531012}"/>
                    </a:ext>
                  </a:extLst>
                </p14:cNvPr>
                <p14:cNvContentPartPr/>
                <p14:nvPr/>
              </p14:nvContentPartPr>
              <p14:xfrm>
                <a:off x="2606494" y="3208179"/>
                <a:ext cx="122760" cy="95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6AC1C49-73C0-9AF3-6D92-DEB8D353101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97854" y="3199179"/>
                  <a:ext cx="140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508F43C-AED6-7A5B-6535-B67561245B0B}"/>
                    </a:ext>
                  </a:extLst>
                </p14:cNvPr>
                <p14:cNvContentPartPr/>
                <p14:nvPr/>
              </p14:nvContentPartPr>
              <p14:xfrm>
                <a:off x="2764174" y="3016299"/>
                <a:ext cx="141840" cy="436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508F43C-AED6-7A5B-6535-B67561245B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55534" y="3007659"/>
                  <a:ext cx="1594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2739E5A-2BA4-6446-D040-3DA2B74862C4}"/>
                    </a:ext>
                  </a:extLst>
                </p14:cNvPr>
                <p14:cNvContentPartPr/>
                <p14:nvPr/>
              </p14:nvContentPartPr>
              <p14:xfrm>
                <a:off x="3211294" y="3187659"/>
                <a:ext cx="238680" cy="132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2739E5A-2BA4-6446-D040-3DA2B74862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02654" y="3179019"/>
                  <a:ext cx="256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FACF23-CDA5-EFB6-2D73-0B4C88803E75}"/>
                    </a:ext>
                  </a:extLst>
                </p14:cNvPr>
                <p14:cNvContentPartPr/>
                <p14:nvPr/>
              </p14:nvContentPartPr>
              <p14:xfrm>
                <a:off x="947254" y="3521739"/>
                <a:ext cx="290520" cy="234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FACF23-CDA5-EFB6-2D73-0B4C88803E7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8614" y="3512739"/>
                  <a:ext cx="308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2A0C9BA-3514-FA63-5B79-2ADBB8CB0A18}"/>
                    </a:ext>
                  </a:extLst>
                </p14:cNvPr>
                <p14:cNvContentPartPr/>
                <p14:nvPr/>
              </p14:nvContentPartPr>
              <p14:xfrm>
                <a:off x="1163254" y="3595899"/>
                <a:ext cx="19080" cy="8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2A0C9BA-3514-FA63-5B79-2ADBB8CB0A1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54254" y="3587259"/>
                  <a:ext cx="36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602E6C-993D-CB5C-6298-D06F8BAD81CB}"/>
                    </a:ext>
                  </a:extLst>
                </p14:cNvPr>
                <p14:cNvContentPartPr/>
                <p14:nvPr/>
              </p14:nvContentPartPr>
              <p14:xfrm>
                <a:off x="1309414" y="3602019"/>
                <a:ext cx="134640" cy="177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02E6C-993D-CB5C-6298-D06F8BAD81C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00414" y="3593019"/>
                  <a:ext cx="152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F21723C-450F-1E72-B15E-6C143DD0C99E}"/>
                    </a:ext>
                  </a:extLst>
                </p14:cNvPr>
                <p14:cNvContentPartPr/>
                <p14:nvPr/>
              </p14:nvContentPartPr>
              <p14:xfrm>
                <a:off x="1450174" y="3479619"/>
                <a:ext cx="261360" cy="267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F21723C-450F-1E72-B15E-6C143DD0C9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41534" y="3470619"/>
                  <a:ext cx="2790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C6B80FB-0609-6A76-37FA-9C7E11F8B5A3}"/>
                    </a:ext>
                  </a:extLst>
                </p14:cNvPr>
                <p14:cNvContentPartPr/>
                <p14:nvPr/>
              </p14:nvContentPartPr>
              <p14:xfrm>
                <a:off x="1682014" y="3550179"/>
                <a:ext cx="11520" cy="16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C6B80FB-0609-6A76-37FA-9C7E11F8B5A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73014" y="3541179"/>
                  <a:ext cx="29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13C5A24-4546-F854-4729-91955319372B}"/>
                    </a:ext>
                  </a:extLst>
                </p14:cNvPr>
                <p14:cNvContentPartPr/>
                <p14:nvPr/>
              </p14:nvContentPartPr>
              <p14:xfrm>
                <a:off x="1777774" y="3600219"/>
                <a:ext cx="227880" cy="15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13C5A24-4546-F854-4729-91955319372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69134" y="3591579"/>
                  <a:ext cx="245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46381CF-D6C0-A4D6-A7A6-B2AAD326ABE6}"/>
                    </a:ext>
                  </a:extLst>
                </p14:cNvPr>
                <p14:cNvContentPartPr/>
                <p14:nvPr/>
              </p14:nvContentPartPr>
              <p14:xfrm>
                <a:off x="2117614" y="3582579"/>
                <a:ext cx="456480" cy="193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46381CF-D6C0-A4D6-A7A6-B2AAD326ABE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08974" y="3573939"/>
                  <a:ext cx="474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537EBA7-8D72-B25F-3108-A140CCECD627}"/>
                    </a:ext>
                  </a:extLst>
                </p14:cNvPr>
                <p14:cNvContentPartPr/>
                <p14:nvPr/>
              </p14:nvContentPartPr>
              <p14:xfrm>
                <a:off x="2994574" y="3488979"/>
                <a:ext cx="424800" cy="279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537EBA7-8D72-B25F-3108-A140CCECD6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85934" y="3479979"/>
                  <a:ext cx="442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C34A21-6F9B-DE82-4D4F-D69990AFD80D}"/>
                    </a:ext>
                  </a:extLst>
                </p14:cNvPr>
                <p14:cNvContentPartPr/>
                <p14:nvPr/>
              </p14:nvContentPartPr>
              <p14:xfrm>
                <a:off x="3830854" y="3160299"/>
                <a:ext cx="1110600" cy="287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C34A21-6F9B-DE82-4D4F-D69990AFD80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21854" y="3151659"/>
                  <a:ext cx="11282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309E00-75DF-6208-48AB-5898C1ED3CA8}"/>
                    </a:ext>
                  </a:extLst>
                </p14:cNvPr>
                <p14:cNvContentPartPr/>
                <p14:nvPr/>
              </p14:nvContentPartPr>
              <p14:xfrm>
                <a:off x="4896814" y="2954379"/>
                <a:ext cx="55440" cy="335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309E00-75DF-6208-48AB-5898C1ED3CA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88174" y="2945739"/>
                  <a:ext cx="730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B804C6-1D9D-F1D7-6350-453145D78D94}"/>
                    </a:ext>
                  </a:extLst>
                </p14:cNvPr>
                <p14:cNvContentPartPr/>
                <p14:nvPr/>
              </p14:nvContentPartPr>
              <p14:xfrm>
                <a:off x="4923454" y="3175059"/>
                <a:ext cx="238320" cy="14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B804C6-1D9D-F1D7-6350-453145D78D9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14814" y="3166059"/>
                  <a:ext cx="255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99E5903-D326-058C-93CC-7D55A237172C}"/>
                    </a:ext>
                  </a:extLst>
                </p14:cNvPr>
                <p14:cNvContentPartPr/>
                <p14:nvPr/>
              </p14:nvContentPartPr>
              <p14:xfrm>
                <a:off x="5126494" y="3130059"/>
                <a:ext cx="2520" cy="14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99E5903-D326-058C-93CC-7D55A23717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17494" y="3121419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DBFED1-2A20-B487-9205-D40D8D829703}"/>
                    </a:ext>
                  </a:extLst>
                </p14:cNvPr>
                <p14:cNvContentPartPr/>
                <p14:nvPr/>
              </p14:nvContentPartPr>
              <p14:xfrm>
                <a:off x="5164294" y="3177219"/>
                <a:ext cx="84240" cy="132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DBFED1-2A20-B487-9205-D40D8D82970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55294" y="3168219"/>
                  <a:ext cx="101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D988B3-01B7-FD25-4E93-5017579B3E0B}"/>
                    </a:ext>
                  </a:extLst>
                </p14:cNvPr>
                <p14:cNvContentPartPr/>
                <p14:nvPr/>
              </p14:nvContentPartPr>
              <p14:xfrm>
                <a:off x="3801334" y="3636219"/>
                <a:ext cx="426240" cy="461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4D988B3-01B7-FD25-4E93-5017579B3E0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92334" y="3627579"/>
                  <a:ext cx="4438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0A74C23-F8AC-CCC8-2C72-654CD1BA5FC1}"/>
                    </a:ext>
                  </a:extLst>
                </p14:cNvPr>
                <p14:cNvContentPartPr/>
                <p14:nvPr/>
              </p14:nvContentPartPr>
              <p14:xfrm>
                <a:off x="4297054" y="3425619"/>
                <a:ext cx="181440" cy="329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0A74C23-F8AC-CCC8-2C72-654CD1BA5F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88054" y="3416619"/>
                  <a:ext cx="199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C8FE630-AD0C-DF11-6CD6-02268E6065D2}"/>
                    </a:ext>
                  </a:extLst>
                </p14:cNvPr>
                <p14:cNvContentPartPr/>
                <p14:nvPr/>
              </p14:nvContentPartPr>
              <p14:xfrm>
                <a:off x="4404334" y="3594459"/>
                <a:ext cx="85680" cy="432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C8FE630-AD0C-DF11-6CD6-02268E6065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95334" y="3585819"/>
                  <a:ext cx="1033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9A9AE9F-89A6-879E-E79B-357FA5C899B1}"/>
                    </a:ext>
                  </a:extLst>
                </p14:cNvPr>
                <p14:cNvContentPartPr/>
                <p14:nvPr/>
              </p14:nvContentPartPr>
              <p14:xfrm>
                <a:off x="4572454" y="3644859"/>
                <a:ext cx="169560" cy="136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9A9AE9F-89A6-879E-E79B-357FA5C899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63454" y="3636219"/>
                  <a:ext cx="187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C5ED778-92D0-9F2A-732E-4FC1577D525A}"/>
                    </a:ext>
                  </a:extLst>
                </p14:cNvPr>
                <p14:cNvContentPartPr/>
                <p14:nvPr/>
              </p14:nvContentPartPr>
              <p14:xfrm>
                <a:off x="4785214" y="3647379"/>
                <a:ext cx="129240" cy="140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C5ED778-92D0-9F2A-732E-4FC1577D52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76214" y="3638379"/>
                  <a:ext cx="146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F82DAA3-7DA5-97F2-BDE4-71A93787A30F}"/>
                    </a:ext>
                  </a:extLst>
                </p14:cNvPr>
                <p14:cNvContentPartPr/>
                <p14:nvPr/>
              </p14:nvContentPartPr>
              <p14:xfrm>
                <a:off x="5023534" y="3521739"/>
                <a:ext cx="395640" cy="348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F82DAA3-7DA5-97F2-BDE4-71A93787A30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14534" y="3513099"/>
                  <a:ext cx="4132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C0F729-C0D5-DE21-43D1-012D0BE07CB6}"/>
                    </a:ext>
                  </a:extLst>
                </p14:cNvPr>
                <p14:cNvContentPartPr/>
                <p14:nvPr/>
              </p14:nvContentPartPr>
              <p14:xfrm>
                <a:off x="5436814" y="3751419"/>
                <a:ext cx="6120" cy="12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C0F729-C0D5-DE21-43D1-012D0BE07C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28174" y="3742419"/>
                  <a:ext cx="23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5C7AFF1-F156-13F6-0FA7-39509A90FD88}"/>
                    </a:ext>
                  </a:extLst>
                </p14:cNvPr>
                <p14:cNvContentPartPr/>
                <p14:nvPr/>
              </p14:nvContentPartPr>
              <p14:xfrm>
                <a:off x="973534" y="3989379"/>
                <a:ext cx="708120" cy="295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5C7AFF1-F156-13F6-0FA7-39509A90FD8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4894" y="3980739"/>
                  <a:ext cx="725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AE8B9EE-5619-36DE-AA65-121D0FE2654A}"/>
                    </a:ext>
                  </a:extLst>
                </p14:cNvPr>
                <p14:cNvContentPartPr/>
                <p14:nvPr/>
              </p14:nvContentPartPr>
              <p14:xfrm>
                <a:off x="1802254" y="3958419"/>
                <a:ext cx="753120" cy="320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AE8B9EE-5619-36DE-AA65-121D0FE265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793614" y="3949419"/>
                  <a:ext cx="770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55A580F-A86E-3C84-C52E-C88981C950C9}"/>
                    </a:ext>
                  </a:extLst>
                </p14:cNvPr>
                <p14:cNvContentPartPr/>
                <p14:nvPr/>
              </p14:nvContentPartPr>
              <p14:xfrm>
                <a:off x="3001774" y="4178739"/>
                <a:ext cx="90000" cy="141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55A580F-A86E-3C84-C52E-C88981C950C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92774" y="4169739"/>
                  <a:ext cx="107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592C130-FD4B-014E-621A-019956FF092B}"/>
                    </a:ext>
                  </a:extLst>
                </p14:cNvPr>
                <p14:cNvContentPartPr/>
                <p14:nvPr/>
              </p14:nvContentPartPr>
              <p14:xfrm>
                <a:off x="3483454" y="4054899"/>
                <a:ext cx="320400" cy="253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592C130-FD4B-014E-621A-019956FF092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74814" y="4046259"/>
                  <a:ext cx="338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90622E-4D7C-A495-17F7-ECBDBE58831B}"/>
                    </a:ext>
                  </a:extLst>
                </p14:cNvPr>
                <p14:cNvContentPartPr/>
                <p14:nvPr/>
              </p14:nvContentPartPr>
              <p14:xfrm>
                <a:off x="3496054" y="4058859"/>
                <a:ext cx="347760" cy="259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90622E-4D7C-A495-17F7-ECBDBE5883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87054" y="4049859"/>
                  <a:ext cx="365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DEE15B-0F73-664E-6CA8-C753A7EF243C}"/>
                    </a:ext>
                  </a:extLst>
                </p14:cNvPr>
                <p14:cNvContentPartPr/>
                <p14:nvPr/>
              </p14:nvContentPartPr>
              <p14:xfrm>
                <a:off x="4025254" y="3981819"/>
                <a:ext cx="25560" cy="212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DEE15B-0F73-664E-6CA8-C753A7EF243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16614" y="3973179"/>
                  <a:ext cx="432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663160D-03A9-FB74-17E0-1C8103894A57}"/>
                    </a:ext>
                  </a:extLst>
                </p14:cNvPr>
                <p14:cNvContentPartPr/>
                <p14:nvPr/>
              </p14:nvContentPartPr>
              <p14:xfrm>
                <a:off x="4005454" y="4321659"/>
                <a:ext cx="12600" cy="13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663160D-03A9-FB74-17E0-1C8103894A5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96814" y="4313019"/>
                  <a:ext cx="30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6340A6E-1CD5-A01A-4B6E-FB7F13180D8A}"/>
                    </a:ext>
                  </a:extLst>
                </p14:cNvPr>
                <p14:cNvContentPartPr/>
                <p14:nvPr/>
              </p14:nvContentPartPr>
              <p14:xfrm>
                <a:off x="540094" y="2921259"/>
                <a:ext cx="78120" cy="1545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6340A6E-1CD5-A01A-4B6E-FB7F13180D8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454" y="2912259"/>
                  <a:ext cx="9576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D43DF6F-8D4E-EE98-D80B-056DDB3E2F82}"/>
                    </a:ext>
                  </a:extLst>
                </p14:cNvPr>
                <p14:cNvContentPartPr/>
                <p14:nvPr/>
              </p14:nvContentPartPr>
              <p14:xfrm>
                <a:off x="514534" y="2851419"/>
                <a:ext cx="5118480" cy="1740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D43DF6F-8D4E-EE98-D80B-056DDB3E2F8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5894" y="2842779"/>
                  <a:ext cx="5136120" cy="17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ADAD49-F73A-1498-2C55-C7B8D70D6147}"/>
                    </a:ext>
                  </a:extLst>
                </p14:cNvPr>
                <p14:cNvContentPartPr/>
                <p14:nvPr/>
              </p14:nvContentPartPr>
              <p14:xfrm>
                <a:off x="582934" y="4475739"/>
                <a:ext cx="4661280" cy="155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ADAD49-F73A-1498-2C55-C7B8D70D614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4294" y="4466739"/>
                  <a:ext cx="467892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84222E6-7FFC-5683-D294-A51135D46FAE}"/>
                  </a:ext>
                </a:extLst>
              </p14:cNvPr>
              <p14:cNvContentPartPr/>
              <p14:nvPr/>
            </p14:nvContentPartPr>
            <p14:xfrm>
              <a:off x="2821774" y="5070099"/>
              <a:ext cx="1440" cy="28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84222E6-7FFC-5683-D294-A51135D46FA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13134" y="5061099"/>
                <a:ext cx="190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CBF6465-D1AF-C038-FED4-8373DE597497}"/>
                  </a:ext>
                </a:extLst>
              </p14:cNvPr>
              <p14:cNvContentPartPr/>
              <p14:nvPr/>
            </p14:nvContentPartPr>
            <p14:xfrm>
              <a:off x="2664454" y="5103579"/>
              <a:ext cx="300600" cy="2559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CBF6465-D1AF-C038-FED4-8373DE59749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655454" y="5094579"/>
                <a:ext cx="3182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07D1345-DF03-0A17-D009-11A9CC83A339}"/>
                  </a:ext>
                </a:extLst>
              </p14:cNvPr>
              <p14:cNvContentPartPr/>
              <p14:nvPr/>
            </p14:nvContentPartPr>
            <p14:xfrm>
              <a:off x="3439894" y="5133099"/>
              <a:ext cx="516960" cy="2080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07D1345-DF03-0A17-D009-11A9CC83A33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431254" y="5124459"/>
                <a:ext cx="534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9A57F60-30EC-FBE8-DDA6-CD2E8288129E}"/>
                  </a:ext>
                </a:extLst>
              </p14:cNvPr>
              <p14:cNvContentPartPr/>
              <p14:nvPr/>
            </p14:nvContentPartPr>
            <p14:xfrm>
              <a:off x="4300294" y="5201499"/>
              <a:ext cx="303840" cy="1591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9A57F60-30EC-FBE8-DDA6-CD2E8288129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291294" y="5192859"/>
                <a:ext cx="3214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E1CA0C2-D003-A874-EEED-508D0AA5615C}"/>
                  </a:ext>
                </a:extLst>
              </p14:cNvPr>
              <p14:cNvContentPartPr/>
              <p14:nvPr/>
            </p14:nvContentPartPr>
            <p14:xfrm>
              <a:off x="4589374" y="5132379"/>
              <a:ext cx="24840" cy="82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E1CA0C2-D003-A874-EEED-508D0AA5615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580734" y="5123739"/>
                <a:ext cx="424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C15E312-7B19-45A2-5B26-C36A9D0E2057}"/>
                  </a:ext>
                </a:extLst>
              </p14:cNvPr>
              <p14:cNvContentPartPr/>
              <p14:nvPr/>
            </p14:nvContentPartPr>
            <p14:xfrm>
              <a:off x="4741294" y="5296179"/>
              <a:ext cx="183240" cy="622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C15E312-7B19-45A2-5B26-C36A9D0E205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732294" y="5287539"/>
                <a:ext cx="2008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DBB7F11-2CB7-72D7-C75B-E148BF81EB9C}"/>
                  </a:ext>
                </a:extLst>
              </p14:cNvPr>
              <p14:cNvContentPartPr/>
              <p14:nvPr/>
            </p14:nvContentPartPr>
            <p14:xfrm>
              <a:off x="4829134" y="5151099"/>
              <a:ext cx="22680" cy="90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DBB7F11-2CB7-72D7-C75B-E148BF81EB9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820134" y="5142459"/>
                <a:ext cx="403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B8E0330-627F-AD0B-BA65-94D4166AB623}"/>
                  </a:ext>
                </a:extLst>
              </p14:cNvPr>
              <p14:cNvContentPartPr/>
              <p14:nvPr/>
            </p14:nvContentPartPr>
            <p14:xfrm>
              <a:off x="5028214" y="5257659"/>
              <a:ext cx="174960" cy="1339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B8E0330-627F-AD0B-BA65-94D4166AB62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019214" y="5249019"/>
                <a:ext cx="1926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6EDBFEF-7BD9-05B4-B723-DF32897285BF}"/>
                  </a:ext>
                </a:extLst>
              </p14:cNvPr>
              <p14:cNvContentPartPr/>
              <p14:nvPr/>
            </p14:nvContentPartPr>
            <p14:xfrm>
              <a:off x="5738134" y="5106819"/>
              <a:ext cx="286920" cy="2948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6EDBFEF-7BD9-05B4-B723-DF32897285B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729134" y="5098179"/>
                <a:ext cx="3045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6FB0DD2-F88F-A205-BA06-34FAE28CB671}"/>
                  </a:ext>
                </a:extLst>
              </p14:cNvPr>
              <p14:cNvContentPartPr/>
              <p14:nvPr/>
            </p14:nvContentPartPr>
            <p14:xfrm>
              <a:off x="5966374" y="5227419"/>
              <a:ext cx="20520" cy="180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6FB0DD2-F88F-A205-BA06-34FAE28CB67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957734" y="5218779"/>
                <a:ext cx="381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3793949-7D27-67F3-0CE5-4A38F8FC8A8A}"/>
                  </a:ext>
                </a:extLst>
              </p14:cNvPr>
              <p14:cNvContentPartPr/>
              <p14:nvPr/>
            </p14:nvContentPartPr>
            <p14:xfrm>
              <a:off x="6101374" y="5249739"/>
              <a:ext cx="111240" cy="1490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3793949-7D27-67F3-0CE5-4A38F8FC8A8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092374" y="5241099"/>
                <a:ext cx="1288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37F2433-77A1-0DE5-51B8-939CB53ECD0C}"/>
                  </a:ext>
                </a:extLst>
              </p14:cNvPr>
              <p14:cNvContentPartPr/>
              <p14:nvPr/>
            </p14:nvContentPartPr>
            <p14:xfrm>
              <a:off x="6279934" y="5032659"/>
              <a:ext cx="263160" cy="3409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37F2433-77A1-0DE5-51B8-939CB53ECD0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271294" y="5024019"/>
                <a:ext cx="2808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44FF022-9F14-7DE3-E079-C4B23FBF5A20}"/>
                  </a:ext>
                </a:extLst>
              </p14:cNvPr>
              <p14:cNvContentPartPr/>
              <p14:nvPr/>
            </p14:nvContentPartPr>
            <p14:xfrm>
              <a:off x="6450574" y="5119059"/>
              <a:ext cx="87480" cy="205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44FF022-9F14-7DE3-E079-C4B23FBF5A2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441574" y="5110419"/>
                <a:ext cx="105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3CE3682-3B45-D98C-FFE8-060345A1FC51}"/>
                  </a:ext>
                </a:extLst>
              </p14:cNvPr>
              <p14:cNvContentPartPr/>
              <p14:nvPr/>
            </p14:nvContentPartPr>
            <p14:xfrm>
              <a:off x="6620494" y="5188899"/>
              <a:ext cx="245160" cy="2062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3CE3682-3B45-D98C-FFE8-060345A1FC5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11494" y="5180259"/>
                <a:ext cx="2628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3161637-F1BA-1431-C987-FB63CEAE68E2}"/>
                  </a:ext>
                </a:extLst>
              </p14:cNvPr>
              <p14:cNvContentPartPr/>
              <p14:nvPr/>
            </p14:nvContentPartPr>
            <p14:xfrm>
              <a:off x="6980134" y="5241459"/>
              <a:ext cx="448920" cy="1645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3161637-F1BA-1431-C987-FB63CEAE68E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971494" y="5232459"/>
                <a:ext cx="4665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8B281F6-DDA6-5204-48AF-B1691A793823}"/>
                  </a:ext>
                </a:extLst>
              </p14:cNvPr>
              <p14:cNvContentPartPr/>
              <p14:nvPr/>
            </p14:nvContentPartPr>
            <p14:xfrm>
              <a:off x="3208774" y="5561499"/>
              <a:ext cx="586440" cy="1530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8B281F6-DDA6-5204-48AF-B1691A79382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200134" y="5552859"/>
                <a:ext cx="6040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76AA0E2-066A-1E43-60FE-43B7A8B50A3D}"/>
                  </a:ext>
                </a:extLst>
              </p14:cNvPr>
              <p14:cNvContentPartPr/>
              <p14:nvPr/>
            </p14:nvContentPartPr>
            <p14:xfrm>
              <a:off x="4217134" y="5585259"/>
              <a:ext cx="1067040" cy="2516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76AA0E2-066A-1E43-60FE-43B7A8B50A3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208134" y="5576259"/>
                <a:ext cx="10846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A7B5514-C113-87C3-EA6F-42066DE6E992}"/>
                  </a:ext>
                </a:extLst>
              </p14:cNvPr>
              <p14:cNvContentPartPr/>
              <p14:nvPr/>
            </p14:nvContentPartPr>
            <p14:xfrm>
              <a:off x="5772694" y="5714139"/>
              <a:ext cx="586440" cy="1414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A7B5514-C113-87C3-EA6F-42066DE6E99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763694" y="5705139"/>
                <a:ext cx="6040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44EAFE7-75FF-8B99-545B-438582A5C01F}"/>
                  </a:ext>
                </a:extLst>
              </p14:cNvPr>
              <p14:cNvContentPartPr/>
              <p14:nvPr/>
            </p14:nvContentPartPr>
            <p14:xfrm>
              <a:off x="6339334" y="5638539"/>
              <a:ext cx="51480" cy="277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44EAFE7-75FF-8B99-545B-438582A5C01F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330694" y="5629539"/>
                <a:ext cx="691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48EFA60-1EA6-0E1D-0CBA-F786D3168F71}"/>
                  </a:ext>
                </a:extLst>
              </p14:cNvPr>
              <p14:cNvContentPartPr/>
              <p14:nvPr/>
            </p14:nvContentPartPr>
            <p14:xfrm>
              <a:off x="6480094" y="5565099"/>
              <a:ext cx="369360" cy="2264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48EFA60-1EA6-0E1D-0CBA-F786D3168F7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471094" y="5556099"/>
                <a:ext cx="3870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4250AAD-D013-B811-A835-D82C069F2F30}"/>
                  </a:ext>
                </a:extLst>
              </p14:cNvPr>
              <p14:cNvContentPartPr/>
              <p14:nvPr/>
            </p14:nvContentPartPr>
            <p14:xfrm>
              <a:off x="6822454" y="5628819"/>
              <a:ext cx="3960" cy="12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4250AAD-D013-B811-A835-D82C069F2F30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813814" y="5619819"/>
                <a:ext cx="216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2DF5B59-8FFF-4B95-C4BE-A027D2A0E797}"/>
                  </a:ext>
                </a:extLst>
              </p14:cNvPr>
              <p14:cNvContentPartPr/>
              <p14:nvPr/>
            </p14:nvContentPartPr>
            <p14:xfrm>
              <a:off x="6929734" y="5669499"/>
              <a:ext cx="101160" cy="1083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2DF5B59-8FFF-4B95-C4BE-A027D2A0E79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921094" y="5660499"/>
                <a:ext cx="1188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C3DE7BC-5211-983A-6B8A-A93E10E03172}"/>
                  </a:ext>
                </a:extLst>
              </p14:cNvPr>
              <p14:cNvContentPartPr/>
              <p14:nvPr/>
            </p14:nvContentPartPr>
            <p14:xfrm>
              <a:off x="7164454" y="5546739"/>
              <a:ext cx="125280" cy="903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C3DE7BC-5211-983A-6B8A-A93E10E0317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155454" y="5537739"/>
                <a:ext cx="1429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4F9AD9E-221F-D23D-B54A-44E41577C6AB}"/>
                  </a:ext>
                </a:extLst>
              </p14:cNvPr>
              <p14:cNvContentPartPr/>
              <p14:nvPr/>
            </p14:nvContentPartPr>
            <p14:xfrm>
              <a:off x="7198654" y="5792259"/>
              <a:ext cx="11160" cy="72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4F9AD9E-221F-D23D-B54A-44E41577C6A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190014" y="5783259"/>
                <a:ext cx="28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0D6651A-36B1-1194-D2D0-CBDEB185DC7E}"/>
                  </a:ext>
                </a:extLst>
              </p14:cNvPr>
              <p14:cNvContentPartPr/>
              <p14:nvPr/>
            </p14:nvContentPartPr>
            <p14:xfrm>
              <a:off x="2660134" y="6055059"/>
              <a:ext cx="324720" cy="2685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0D6651A-36B1-1194-D2D0-CBDEB185DC7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651494" y="6046059"/>
                <a:ext cx="34236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A37F9EB-DFFC-6454-55D2-6BF999B938EE}"/>
                  </a:ext>
                </a:extLst>
              </p14:cNvPr>
              <p14:cNvContentPartPr/>
              <p14:nvPr/>
            </p14:nvContentPartPr>
            <p14:xfrm>
              <a:off x="3411094" y="6028419"/>
              <a:ext cx="534960" cy="2300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A37F9EB-DFFC-6454-55D2-6BF999B938E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402454" y="6019419"/>
                <a:ext cx="5526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823A60E-410B-CE51-07FA-B02D7956B3D3}"/>
                  </a:ext>
                </a:extLst>
              </p14:cNvPr>
              <p14:cNvContentPartPr/>
              <p14:nvPr/>
            </p14:nvContentPartPr>
            <p14:xfrm>
              <a:off x="4411894" y="6116259"/>
              <a:ext cx="513720" cy="3816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823A60E-410B-CE51-07FA-B02D7956B3D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402894" y="6107259"/>
                <a:ext cx="53136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54606E5-85FB-CF7F-5A4F-3624242D3B06}"/>
                  </a:ext>
                </a:extLst>
              </p14:cNvPr>
              <p14:cNvContentPartPr/>
              <p14:nvPr/>
            </p14:nvContentPartPr>
            <p14:xfrm>
              <a:off x="5015614" y="5993139"/>
              <a:ext cx="272160" cy="4737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54606E5-85FB-CF7F-5A4F-3624242D3B0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006974" y="5984499"/>
                <a:ext cx="28980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D65E839-4C43-3C1A-2E53-ECD0C623B0C5}"/>
                  </a:ext>
                </a:extLst>
              </p14:cNvPr>
              <p14:cNvContentPartPr/>
              <p14:nvPr/>
            </p14:nvContentPartPr>
            <p14:xfrm>
              <a:off x="5440054" y="6117699"/>
              <a:ext cx="120240" cy="1555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D65E839-4C43-3C1A-2E53-ECD0C623B0C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431054" y="6108699"/>
                <a:ext cx="1378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BEDA6FF-A53F-1D4A-C5F0-6BD45763DDE1}"/>
                  </a:ext>
                </a:extLst>
              </p14:cNvPr>
              <p14:cNvContentPartPr/>
              <p14:nvPr/>
            </p14:nvContentPartPr>
            <p14:xfrm>
              <a:off x="5619334" y="6044979"/>
              <a:ext cx="388440" cy="3211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BEDA6FF-A53F-1D4A-C5F0-6BD45763DDE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610334" y="6036339"/>
                <a:ext cx="4060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DE7E259-BDC1-3CE3-F361-261BB0985FD3}"/>
                  </a:ext>
                </a:extLst>
              </p14:cNvPr>
              <p14:cNvContentPartPr/>
              <p14:nvPr/>
            </p14:nvContentPartPr>
            <p14:xfrm>
              <a:off x="6453814" y="5983059"/>
              <a:ext cx="315720" cy="2649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DE7E259-BDC1-3CE3-F361-261BB0985FD3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444814" y="5974059"/>
                <a:ext cx="3333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424E1E5-C115-4112-18BA-CFB9EDFB9CDF}"/>
                  </a:ext>
                </a:extLst>
              </p14:cNvPr>
              <p14:cNvContentPartPr/>
              <p14:nvPr/>
            </p14:nvContentPartPr>
            <p14:xfrm>
              <a:off x="6711934" y="6060099"/>
              <a:ext cx="3960" cy="158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424E1E5-C115-4112-18BA-CFB9EDFB9CD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703294" y="6051099"/>
                <a:ext cx="216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5329B1E-A38B-4704-6698-58847102A59B}"/>
                  </a:ext>
                </a:extLst>
              </p14:cNvPr>
              <p14:cNvContentPartPr/>
              <p14:nvPr/>
            </p14:nvContentPartPr>
            <p14:xfrm>
              <a:off x="6845854" y="6062259"/>
              <a:ext cx="151560" cy="1893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5329B1E-A38B-4704-6698-58847102A59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836854" y="6053259"/>
                <a:ext cx="1692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9AB323B-37FC-8A3C-2930-CA2B4A9AC915}"/>
                  </a:ext>
                </a:extLst>
              </p14:cNvPr>
              <p14:cNvContentPartPr/>
              <p14:nvPr/>
            </p14:nvContentPartPr>
            <p14:xfrm>
              <a:off x="7082014" y="5888739"/>
              <a:ext cx="297720" cy="3369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9AB323B-37FC-8A3C-2930-CA2B4A9AC91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073014" y="5879739"/>
                <a:ext cx="3153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99C946A-E69F-8C9B-21EB-EF54E4D5EABC}"/>
                  </a:ext>
                </a:extLst>
              </p14:cNvPr>
              <p14:cNvContentPartPr/>
              <p14:nvPr/>
            </p14:nvContentPartPr>
            <p14:xfrm>
              <a:off x="7382254" y="5963259"/>
              <a:ext cx="78120" cy="410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99C946A-E69F-8C9B-21EB-EF54E4D5EABC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373614" y="5954619"/>
                <a:ext cx="957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F1B30A4-D4F4-267E-4CED-EA2F9E453AF4}"/>
                  </a:ext>
                </a:extLst>
              </p14:cNvPr>
              <p14:cNvContentPartPr/>
              <p14:nvPr/>
            </p14:nvContentPartPr>
            <p14:xfrm>
              <a:off x="7478374" y="6086739"/>
              <a:ext cx="303120" cy="1047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F1B30A4-D4F4-267E-4CED-EA2F9E453AF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469734" y="6078099"/>
                <a:ext cx="3207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7531FD1B-F255-0C52-15C5-3F5BFF7F56CE}"/>
                  </a:ext>
                </a:extLst>
              </p14:cNvPr>
              <p14:cNvContentPartPr/>
              <p14:nvPr/>
            </p14:nvContentPartPr>
            <p14:xfrm>
              <a:off x="7742974" y="5969739"/>
              <a:ext cx="41400" cy="122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7531FD1B-F255-0C52-15C5-3F5BFF7F56C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734334" y="5961099"/>
                <a:ext cx="590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14D4356B-5BB9-0B79-D57D-68218B590310}"/>
                  </a:ext>
                </a:extLst>
              </p14:cNvPr>
              <p14:cNvContentPartPr/>
              <p14:nvPr/>
            </p14:nvContentPartPr>
            <p14:xfrm>
              <a:off x="7866454" y="6073779"/>
              <a:ext cx="146160" cy="1321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14D4356B-5BB9-0B79-D57D-68218B590310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857454" y="6065139"/>
                <a:ext cx="1638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0965C36F-1339-C9B6-FAE3-ED0ED3D2D39B}"/>
                  </a:ext>
                </a:extLst>
              </p14:cNvPr>
              <p14:cNvContentPartPr/>
              <p14:nvPr/>
            </p14:nvContentPartPr>
            <p14:xfrm>
              <a:off x="8087494" y="6118779"/>
              <a:ext cx="316440" cy="1278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0965C36F-1339-C9B6-FAE3-ED0ED3D2D39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078854" y="6109779"/>
                <a:ext cx="3340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A4DBC2E-A641-DBBB-EA7F-46C3025E8FB8}"/>
                  </a:ext>
                </a:extLst>
              </p14:cNvPr>
              <p14:cNvContentPartPr/>
              <p14:nvPr/>
            </p14:nvContentPartPr>
            <p14:xfrm>
              <a:off x="3181774" y="6563739"/>
              <a:ext cx="457560" cy="147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A4DBC2E-A641-DBBB-EA7F-46C3025E8FB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172774" y="6555099"/>
                <a:ext cx="4752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C9DA819-A9C2-A5EC-8504-AFD60D7748B0}"/>
                  </a:ext>
                </a:extLst>
              </p14:cNvPr>
              <p14:cNvContentPartPr/>
              <p14:nvPr/>
            </p14:nvContentPartPr>
            <p14:xfrm>
              <a:off x="3577414" y="6459699"/>
              <a:ext cx="165600" cy="1368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C9DA819-A9C2-A5EC-8504-AFD60D7748B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568774" y="6451059"/>
                <a:ext cx="1832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A09ABE9-4EDF-7927-C16A-2C4A43F69B76}"/>
                  </a:ext>
                </a:extLst>
              </p14:cNvPr>
              <p14:cNvContentPartPr/>
              <p14:nvPr/>
            </p14:nvContentPartPr>
            <p14:xfrm>
              <a:off x="3599014" y="6475899"/>
              <a:ext cx="59760" cy="1785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A09ABE9-4EDF-7927-C16A-2C4A43F69B7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590014" y="6466899"/>
                <a:ext cx="774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BB1299B-5121-54A6-DD54-E8D0D0EE3E86}"/>
                  </a:ext>
                </a:extLst>
              </p14:cNvPr>
              <p14:cNvContentPartPr/>
              <p14:nvPr/>
            </p14:nvContentPartPr>
            <p14:xfrm>
              <a:off x="4079614" y="6438459"/>
              <a:ext cx="1284840" cy="2779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BB1299B-5121-54A6-DD54-E8D0D0EE3E86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070614" y="6429819"/>
                <a:ext cx="13024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1F4A7625-DD84-D76C-DBF0-4FD9E602684C}"/>
                  </a:ext>
                </a:extLst>
              </p14:cNvPr>
              <p14:cNvContentPartPr/>
              <p14:nvPr/>
            </p14:nvContentPartPr>
            <p14:xfrm>
              <a:off x="5762254" y="6572379"/>
              <a:ext cx="683280" cy="1389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1F4A7625-DD84-D76C-DBF0-4FD9E602684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753614" y="6563379"/>
                <a:ext cx="7009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B32E848-6946-5C85-9AEA-306C69277480}"/>
                  </a:ext>
                </a:extLst>
              </p14:cNvPr>
              <p14:cNvContentPartPr/>
              <p14:nvPr/>
            </p14:nvContentPartPr>
            <p14:xfrm>
              <a:off x="6417454" y="6466539"/>
              <a:ext cx="36000" cy="72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B32E848-6946-5C85-9AEA-306C6927748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408454" y="6457899"/>
                <a:ext cx="53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1915475-69E9-A90B-6C56-0B6F27193E8E}"/>
                  </a:ext>
                </a:extLst>
              </p14:cNvPr>
              <p14:cNvContentPartPr/>
              <p14:nvPr/>
            </p14:nvContentPartPr>
            <p14:xfrm>
              <a:off x="6580534" y="6367539"/>
              <a:ext cx="493560" cy="2786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1915475-69E9-A90B-6C56-0B6F27193E8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571534" y="6358899"/>
                <a:ext cx="5112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7817EB1-F819-F55A-CC93-F597C9EEF81E}"/>
                  </a:ext>
                </a:extLst>
              </p14:cNvPr>
              <p14:cNvContentPartPr/>
              <p14:nvPr/>
            </p14:nvContentPartPr>
            <p14:xfrm>
              <a:off x="7026214" y="6473739"/>
              <a:ext cx="7920" cy="36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7817EB1-F819-F55A-CC93-F597C9EEF81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017574" y="6464739"/>
                <a:ext cx="255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3FAF895-C3A6-5DDD-C076-0E59FBA2FA2E}"/>
                  </a:ext>
                </a:extLst>
              </p14:cNvPr>
              <p14:cNvContentPartPr/>
              <p14:nvPr/>
            </p14:nvContentPartPr>
            <p14:xfrm>
              <a:off x="7121254" y="6514419"/>
              <a:ext cx="114480" cy="1616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3FAF895-C3A6-5DDD-C076-0E59FBA2FA2E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112614" y="6505779"/>
                <a:ext cx="1321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86841D6F-6C80-9EDF-B132-BE02C8ACDFCA}"/>
                  </a:ext>
                </a:extLst>
              </p14:cNvPr>
              <p14:cNvContentPartPr/>
              <p14:nvPr/>
            </p14:nvContentPartPr>
            <p14:xfrm>
              <a:off x="8554774" y="6136419"/>
              <a:ext cx="14040" cy="40896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86841D6F-6C80-9EDF-B132-BE02C8ACDFC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546134" y="6127419"/>
                <a:ext cx="316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A378888-5E70-7411-B8DD-6690831C972F}"/>
                  </a:ext>
                </a:extLst>
              </p14:cNvPr>
              <p14:cNvContentPartPr/>
              <p14:nvPr/>
            </p14:nvContentPartPr>
            <p14:xfrm>
              <a:off x="8509054" y="6146859"/>
              <a:ext cx="403560" cy="351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A378888-5E70-7411-B8DD-6690831C972F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500414" y="6137859"/>
                <a:ext cx="4212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18C4FDC9-25A3-8172-6E87-98E92482B435}"/>
                  </a:ext>
                </a:extLst>
              </p14:cNvPr>
              <p14:cNvContentPartPr/>
              <p14:nvPr/>
            </p14:nvContentPartPr>
            <p14:xfrm>
              <a:off x="8617414" y="6237579"/>
              <a:ext cx="221760" cy="1188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18C4FDC9-25A3-8172-6E87-98E92482B435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608774" y="6228939"/>
                <a:ext cx="2394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D50D0F5-B5DF-94B1-2A99-0F69CE7C7C08}"/>
                  </a:ext>
                </a:extLst>
              </p14:cNvPr>
              <p14:cNvContentPartPr/>
              <p14:nvPr/>
            </p14:nvContentPartPr>
            <p14:xfrm>
              <a:off x="8099734" y="5122299"/>
              <a:ext cx="48240" cy="5432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D50D0F5-B5DF-94B1-2A99-0F69CE7C7C0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091094" y="5113659"/>
                <a:ext cx="6588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6553CD4-5B22-DA1E-8070-914635C71B54}"/>
                  </a:ext>
                </a:extLst>
              </p14:cNvPr>
              <p14:cNvContentPartPr/>
              <p14:nvPr/>
            </p14:nvContentPartPr>
            <p14:xfrm>
              <a:off x="8076694" y="5096379"/>
              <a:ext cx="462240" cy="5605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6553CD4-5B22-DA1E-8070-914635C71B5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067694" y="5087379"/>
                <a:ext cx="47988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84634E5-E076-3E4F-7CAF-2DB5208B3EA4}"/>
                  </a:ext>
                </a:extLst>
              </p14:cNvPr>
              <p14:cNvContentPartPr/>
              <p14:nvPr/>
            </p14:nvContentPartPr>
            <p14:xfrm>
              <a:off x="8164894" y="5263419"/>
              <a:ext cx="223560" cy="1321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84634E5-E076-3E4F-7CAF-2DB5208B3EA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155894" y="5254779"/>
                <a:ext cx="2412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41EFBE0D-5D26-6649-B266-BA05454605B3}"/>
                  </a:ext>
                </a:extLst>
              </p14:cNvPr>
              <p14:cNvContentPartPr/>
              <p14:nvPr/>
            </p14:nvContentPartPr>
            <p14:xfrm>
              <a:off x="9184414" y="6140379"/>
              <a:ext cx="204840" cy="31140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41EFBE0D-5D26-6649-B266-BA05454605B3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175774" y="6131379"/>
                <a:ext cx="2224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49D716C-02F6-45CA-9493-B988B2B7C142}"/>
                  </a:ext>
                </a:extLst>
              </p14:cNvPr>
              <p14:cNvContentPartPr/>
              <p14:nvPr/>
            </p14:nvContentPartPr>
            <p14:xfrm>
              <a:off x="9520294" y="6229659"/>
              <a:ext cx="66960" cy="1958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49D716C-02F6-45CA-9493-B988B2B7C14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511654" y="6221019"/>
                <a:ext cx="846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4A25C2C9-D9F8-7023-374B-4B9F3A541970}"/>
                  </a:ext>
                </a:extLst>
              </p14:cNvPr>
              <p14:cNvContentPartPr/>
              <p14:nvPr/>
            </p14:nvContentPartPr>
            <p14:xfrm>
              <a:off x="9456214" y="6148659"/>
              <a:ext cx="298440" cy="3160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4A25C2C9-D9F8-7023-374B-4B9F3A54197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447574" y="6139659"/>
                <a:ext cx="31608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4F0D1D7-1718-ADCB-2115-F9441546B87E}"/>
                  </a:ext>
                </a:extLst>
              </p14:cNvPr>
              <p14:cNvContentPartPr/>
              <p14:nvPr/>
            </p14:nvContentPartPr>
            <p14:xfrm>
              <a:off x="9918454" y="6225339"/>
              <a:ext cx="61560" cy="2617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4F0D1D7-1718-ADCB-2115-F9441546B87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909814" y="6216699"/>
                <a:ext cx="792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C8DDFDB-D6C3-3025-DA5E-916C963BD279}"/>
                  </a:ext>
                </a:extLst>
              </p14:cNvPr>
              <p14:cNvContentPartPr/>
              <p14:nvPr/>
            </p14:nvContentPartPr>
            <p14:xfrm>
              <a:off x="9850054" y="6177459"/>
              <a:ext cx="264960" cy="522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C8DDFDB-D6C3-3025-DA5E-916C963BD279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841414" y="6168459"/>
                <a:ext cx="2826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7B939D3-A104-B9E8-AAFB-AE3263FF612E}"/>
                  </a:ext>
                </a:extLst>
              </p14:cNvPr>
              <p14:cNvContentPartPr/>
              <p14:nvPr/>
            </p14:nvContentPartPr>
            <p14:xfrm>
              <a:off x="9884254" y="6349899"/>
              <a:ext cx="107280" cy="126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7B939D3-A104-B9E8-AAFB-AE3263FF612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875614" y="6340899"/>
                <a:ext cx="1249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47FA7583-C28C-B602-ABAD-DB586F38C113}"/>
                  </a:ext>
                </a:extLst>
              </p14:cNvPr>
              <p14:cNvContentPartPr/>
              <p14:nvPr/>
            </p14:nvContentPartPr>
            <p14:xfrm>
              <a:off x="10522174" y="5434059"/>
              <a:ext cx="416520" cy="4471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47FA7583-C28C-B602-ABAD-DB586F38C11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513534" y="5425419"/>
                <a:ext cx="43416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3CA2D63-E094-A878-B8AE-0D7C914B39ED}"/>
                  </a:ext>
                </a:extLst>
              </p14:cNvPr>
              <p14:cNvContentPartPr/>
              <p14:nvPr/>
            </p14:nvContentPartPr>
            <p14:xfrm>
              <a:off x="11056774" y="5524779"/>
              <a:ext cx="62640" cy="3409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3CA2D63-E094-A878-B8AE-0D7C914B39E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048134" y="5515779"/>
                <a:ext cx="802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CBBECB54-274A-BC16-4B55-9C83AA18DF6A}"/>
                  </a:ext>
                </a:extLst>
              </p14:cNvPr>
              <p14:cNvContentPartPr/>
              <p14:nvPr/>
            </p14:nvContentPartPr>
            <p14:xfrm>
              <a:off x="11024734" y="5476179"/>
              <a:ext cx="297000" cy="3747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CBBECB54-274A-BC16-4B55-9C83AA18DF6A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1015734" y="5467179"/>
                <a:ext cx="3146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280D74C-9B7D-8020-8A95-46410A933189}"/>
                  </a:ext>
                </a:extLst>
              </p14:cNvPr>
              <p14:cNvContentPartPr/>
              <p14:nvPr/>
            </p14:nvContentPartPr>
            <p14:xfrm>
              <a:off x="10239214" y="5974059"/>
              <a:ext cx="333000" cy="2610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280D74C-9B7D-8020-8A95-46410A933189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230214" y="5965419"/>
                <a:ext cx="3506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9B4E20CE-F18A-6D0D-4D96-2E39E3862AF8}"/>
                  </a:ext>
                </a:extLst>
              </p14:cNvPr>
              <p14:cNvContentPartPr/>
              <p14:nvPr/>
            </p14:nvContentPartPr>
            <p14:xfrm>
              <a:off x="10444774" y="5925819"/>
              <a:ext cx="167400" cy="925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9B4E20CE-F18A-6D0D-4D96-2E39E3862AF8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436134" y="5916819"/>
                <a:ext cx="185040" cy="11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809A72B-A974-C812-6393-99BFD06F363B}"/>
              </a:ext>
            </a:extLst>
          </p:cNvPr>
          <p:cNvGrpSpPr/>
          <p:nvPr/>
        </p:nvGrpSpPr>
        <p:grpSpPr>
          <a:xfrm>
            <a:off x="9101254" y="5126619"/>
            <a:ext cx="1416600" cy="335160"/>
            <a:chOff x="9101254" y="5126619"/>
            <a:chExt cx="141660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0732E75-08F4-8168-60E7-FF02E36BA5B5}"/>
                    </a:ext>
                  </a:extLst>
                </p14:cNvPr>
                <p14:cNvContentPartPr/>
                <p14:nvPr/>
              </p14:nvContentPartPr>
              <p14:xfrm>
                <a:off x="9101254" y="5126619"/>
                <a:ext cx="277560" cy="305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0732E75-08F4-8168-60E7-FF02E36BA5B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92614" y="5117979"/>
                  <a:ext cx="2952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58D6B41-7C7F-BB73-4416-637B4786EFD4}"/>
                    </a:ext>
                  </a:extLst>
                </p14:cNvPr>
                <p14:cNvContentPartPr/>
                <p14:nvPr/>
              </p14:nvContentPartPr>
              <p14:xfrm>
                <a:off x="9485734" y="5240739"/>
                <a:ext cx="54720" cy="144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58D6B41-7C7F-BB73-4416-637B4786EFD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76734" y="5232099"/>
                  <a:ext cx="72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2104A7F-A703-9CA6-FC1D-3E92372B01B9}"/>
                    </a:ext>
                  </a:extLst>
                </p14:cNvPr>
                <p14:cNvContentPartPr/>
                <p14:nvPr/>
              </p14:nvContentPartPr>
              <p14:xfrm>
                <a:off x="9453694" y="5137779"/>
                <a:ext cx="223920" cy="294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2104A7F-A703-9CA6-FC1D-3E92372B01B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45054" y="5129139"/>
                  <a:ext cx="241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D8D7A06-68D7-562E-A6CA-68DDEC5842E7}"/>
                    </a:ext>
                  </a:extLst>
                </p14:cNvPr>
                <p14:cNvContentPartPr/>
                <p14:nvPr/>
              </p14:nvContentPartPr>
              <p14:xfrm>
                <a:off x="9733414" y="5179539"/>
                <a:ext cx="111600" cy="282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D8D7A06-68D7-562E-A6CA-68DDEC5842E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24414" y="5170539"/>
                  <a:ext cx="129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921156B-5C26-437C-9274-4211AF64BB88}"/>
                    </a:ext>
                  </a:extLst>
                </p14:cNvPr>
                <p14:cNvContentPartPr/>
                <p14:nvPr/>
              </p14:nvContentPartPr>
              <p14:xfrm>
                <a:off x="9751054" y="5149659"/>
                <a:ext cx="168480" cy="29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921156B-5C26-437C-9274-4211AF64BB8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742054" y="5140659"/>
                  <a:ext cx="186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FCF03EC-F0E5-9863-1E60-2B0E52F70753}"/>
                    </a:ext>
                  </a:extLst>
                </p14:cNvPr>
                <p14:cNvContentPartPr/>
                <p14:nvPr/>
              </p14:nvContentPartPr>
              <p14:xfrm>
                <a:off x="9742774" y="5291499"/>
                <a:ext cx="219240" cy="9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FCF03EC-F0E5-9863-1E60-2B0E52F7075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734134" y="5282859"/>
                  <a:ext cx="236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1533864-26A7-2D4D-3A4A-6014F1665F77}"/>
                    </a:ext>
                  </a:extLst>
                </p14:cNvPr>
                <p14:cNvContentPartPr/>
                <p14:nvPr/>
              </p14:nvContentPartPr>
              <p14:xfrm>
                <a:off x="10171174" y="5303019"/>
                <a:ext cx="346680" cy="131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1533864-26A7-2D4D-3A4A-6014F1665F7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162534" y="5294019"/>
                  <a:ext cx="364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274CE3B-A156-48A7-79CE-E2FFECC21C66}"/>
                    </a:ext>
                  </a:extLst>
                </p14:cNvPr>
                <p14:cNvContentPartPr/>
                <p14:nvPr/>
              </p14:nvContentPartPr>
              <p14:xfrm>
                <a:off x="10149934" y="5240739"/>
                <a:ext cx="153000" cy="190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274CE3B-A156-48A7-79CE-E2FFECC21C6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40934" y="5232099"/>
                  <a:ext cx="17064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5B58E5B9-317C-E99F-A4DD-B82C561ED680}"/>
                  </a:ext>
                </a:extLst>
              </p14:cNvPr>
              <p14:cNvContentPartPr/>
              <p14:nvPr/>
            </p14:nvContentPartPr>
            <p14:xfrm>
              <a:off x="4028494" y="5425419"/>
              <a:ext cx="3523680" cy="53568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5B58E5B9-317C-E99F-A4DD-B82C561ED68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019854" y="5416779"/>
                <a:ext cx="354132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DBCAD2C-068C-B0E2-D7D5-101AB580B47D}"/>
                  </a:ext>
                </a:extLst>
              </p14:cNvPr>
              <p14:cNvContentPartPr/>
              <p14:nvPr/>
            </p14:nvContentPartPr>
            <p14:xfrm>
              <a:off x="3758854" y="6312099"/>
              <a:ext cx="3816000" cy="5554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DBCAD2C-068C-B0E2-D7D5-101AB580B47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3750214" y="6303099"/>
                <a:ext cx="383364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F8693CC-44D5-AEB7-A23A-1AA00352B9ED}"/>
                  </a:ext>
                </a:extLst>
              </p14:cNvPr>
              <p14:cNvContentPartPr/>
              <p14:nvPr/>
            </p14:nvContentPartPr>
            <p14:xfrm>
              <a:off x="9759694" y="101802"/>
              <a:ext cx="383760" cy="21024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F8693CC-44D5-AEB7-A23A-1AA00352B9ED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750694" y="93162"/>
                <a:ext cx="4014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D94AA51-3B1A-E668-6572-0FB209821352}"/>
                  </a:ext>
                </a:extLst>
              </p14:cNvPr>
              <p14:cNvContentPartPr/>
              <p14:nvPr/>
            </p14:nvContentPartPr>
            <p14:xfrm>
              <a:off x="10256134" y="220242"/>
              <a:ext cx="126720" cy="777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D94AA51-3B1A-E668-6572-0FB20982135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0247494" y="211242"/>
                <a:ext cx="1443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7FCE384-D731-4F7B-1557-986634A8F91A}"/>
                  </a:ext>
                </a:extLst>
              </p14:cNvPr>
              <p14:cNvContentPartPr/>
              <p14:nvPr/>
            </p14:nvContentPartPr>
            <p14:xfrm>
              <a:off x="10449094" y="193962"/>
              <a:ext cx="316800" cy="1454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7FCE384-D731-4F7B-1557-986634A8F91A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440454" y="185322"/>
                <a:ext cx="3344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EE05A12-3D2D-4250-561F-6464F7B22D3A}"/>
                  </a:ext>
                </a:extLst>
              </p14:cNvPr>
              <p14:cNvContentPartPr/>
              <p14:nvPr/>
            </p14:nvContentPartPr>
            <p14:xfrm>
              <a:off x="10780294" y="247602"/>
              <a:ext cx="510120" cy="1018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EE05A12-3D2D-4250-561F-6464F7B22D3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0771654" y="238602"/>
                <a:ext cx="527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71F456B9-4E25-FC65-7104-BF3887578B03}"/>
                  </a:ext>
                </a:extLst>
              </p14:cNvPr>
              <p14:cNvContentPartPr/>
              <p14:nvPr/>
            </p14:nvContentPartPr>
            <p14:xfrm>
              <a:off x="11340094" y="49242"/>
              <a:ext cx="30960" cy="2649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71F456B9-4E25-FC65-7104-BF3887578B0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1331454" y="40242"/>
                <a:ext cx="4860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75D1103E-5B3E-2D29-A55F-667F82BF324D}"/>
                  </a:ext>
                </a:extLst>
              </p14:cNvPr>
              <p14:cNvContentPartPr/>
              <p14:nvPr/>
            </p14:nvContentPartPr>
            <p14:xfrm>
              <a:off x="11499214" y="100362"/>
              <a:ext cx="69840" cy="7668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75D1103E-5B3E-2D29-A55F-667F82BF324D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1490214" y="91722"/>
                <a:ext cx="87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941CA0F-1D9F-550B-8F4B-B67C82BC8D75}"/>
                  </a:ext>
                </a:extLst>
              </p14:cNvPr>
              <p14:cNvContentPartPr/>
              <p14:nvPr/>
            </p14:nvContentPartPr>
            <p14:xfrm>
              <a:off x="11563294" y="299802"/>
              <a:ext cx="30960" cy="2988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941CA0F-1D9F-550B-8F4B-B67C82BC8D75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1554654" y="291162"/>
                <a:ext cx="48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8D6EF6E-987F-0204-166D-99651F735DB5}"/>
                  </a:ext>
                </a:extLst>
              </p14:cNvPr>
              <p14:cNvContentPartPr/>
              <p14:nvPr/>
            </p14:nvContentPartPr>
            <p14:xfrm>
              <a:off x="11790814" y="248682"/>
              <a:ext cx="221040" cy="223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8D6EF6E-987F-0204-166D-99651F735DB5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781814" y="239682"/>
                <a:ext cx="2386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597DE07-20A5-59D0-837D-140E13DB86D5}"/>
                  </a:ext>
                </a:extLst>
              </p14:cNvPr>
              <p14:cNvContentPartPr/>
              <p14:nvPr/>
            </p14:nvContentPartPr>
            <p14:xfrm>
              <a:off x="11718814" y="237162"/>
              <a:ext cx="88560" cy="892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597DE07-20A5-59D0-837D-140E13DB86D5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1709814" y="228522"/>
                <a:ext cx="1062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FC5541E-340E-EA7E-9BED-DA303FF9EC05}"/>
                  </a:ext>
                </a:extLst>
              </p14:cNvPr>
              <p14:cNvContentPartPr/>
              <p14:nvPr/>
            </p14:nvContentPartPr>
            <p14:xfrm>
              <a:off x="11702254" y="238962"/>
              <a:ext cx="135360" cy="975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FC5541E-340E-EA7E-9BED-DA303FF9EC05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693254" y="229962"/>
                <a:ext cx="1530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8378CFE-4151-2F7D-62E5-E2093EC155A9}"/>
                  </a:ext>
                </a:extLst>
              </p14:cNvPr>
              <p14:cNvContentPartPr/>
              <p14:nvPr/>
            </p14:nvContentPartPr>
            <p14:xfrm>
              <a:off x="10000894" y="449922"/>
              <a:ext cx="108360" cy="3283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8378CFE-4151-2F7D-62E5-E2093EC155A9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9991894" y="440922"/>
                <a:ext cx="12600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7F18728-6BDD-FC2C-3F6A-C95E9487F60F}"/>
                  </a:ext>
                </a:extLst>
              </p14:cNvPr>
              <p14:cNvContentPartPr/>
              <p14:nvPr/>
            </p14:nvContentPartPr>
            <p14:xfrm>
              <a:off x="10181974" y="565842"/>
              <a:ext cx="328680" cy="972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7F18728-6BDD-FC2C-3F6A-C95E9487F60F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0173334" y="556842"/>
                <a:ext cx="3463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A112B7F2-FE31-95C1-66B1-0E38D35725A8}"/>
                  </a:ext>
                </a:extLst>
              </p14:cNvPr>
              <p14:cNvContentPartPr/>
              <p14:nvPr/>
            </p14:nvContentPartPr>
            <p14:xfrm>
              <a:off x="10549894" y="376842"/>
              <a:ext cx="532080" cy="27324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A112B7F2-FE31-95C1-66B1-0E38D35725A8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0540894" y="367842"/>
                <a:ext cx="549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D418D77C-74C1-5B01-9F27-29905EC1C5E3}"/>
                  </a:ext>
                </a:extLst>
              </p14:cNvPr>
              <p14:cNvContentPartPr/>
              <p14:nvPr/>
            </p14:nvContentPartPr>
            <p14:xfrm>
              <a:off x="11368534" y="454602"/>
              <a:ext cx="640440" cy="2394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D418D77C-74C1-5B01-9F27-29905EC1C5E3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1359894" y="445962"/>
                <a:ext cx="658080" cy="25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F10B6AA-7D86-E8A8-3854-67F4DF37B2E5}"/>
              </a:ext>
            </a:extLst>
          </p:cNvPr>
          <p:cNvGrpSpPr/>
          <p:nvPr/>
        </p:nvGrpSpPr>
        <p:grpSpPr>
          <a:xfrm>
            <a:off x="10340014" y="808842"/>
            <a:ext cx="1489680" cy="460440"/>
            <a:chOff x="10340014" y="808842"/>
            <a:chExt cx="148968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B0FDFE5-1249-8A17-B6B3-5A05481A13D8}"/>
                    </a:ext>
                  </a:extLst>
                </p14:cNvPr>
                <p14:cNvContentPartPr/>
                <p14:nvPr/>
              </p14:nvContentPartPr>
              <p14:xfrm>
                <a:off x="10340014" y="808842"/>
                <a:ext cx="127800" cy="321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B0FDFE5-1249-8A17-B6B3-5A05481A13D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31374" y="800202"/>
                  <a:ext cx="1454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78F206E-73A9-5EDE-3DAD-D7B532E7E5D9}"/>
                    </a:ext>
                  </a:extLst>
                </p14:cNvPr>
                <p14:cNvContentPartPr/>
                <p14:nvPr/>
              </p14:nvContentPartPr>
              <p14:xfrm>
                <a:off x="10561054" y="949242"/>
                <a:ext cx="304200" cy="320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78F206E-73A9-5EDE-3DAD-D7B532E7E5D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552054" y="940242"/>
                  <a:ext cx="3218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6C3CF18-5881-8621-1D0F-56840511CE77}"/>
                    </a:ext>
                  </a:extLst>
                </p14:cNvPr>
                <p14:cNvContentPartPr/>
                <p14:nvPr/>
              </p14:nvContentPartPr>
              <p14:xfrm>
                <a:off x="11009974" y="976602"/>
                <a:ext cx="472680" cy="136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6C3CF18-5881-8621-1D0F-56840511CE7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000974" y="967962"/>
                  <a:ext cx="490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BDFD092-84A5-F7F1-2438-EB7D5841EFE8}"/>
                    </a:ext>
                  </a:extLst>
                </p14:cNvPr>
                <p14:cNvContentPartPr/>
                <p14:nvPr/>
              </p14:nvContentPartPr>
              <p14:xfrm>
                <a:off x="11535934" y="860682"/>
                <a:ext cx="138240" cy="698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BDFD092-84A5-F7F1-2438-EB7D5841EFE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527294" y="852042"/>
                  <a:ext cx="155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3801CEC-FF91-E824-547B-5D18E4DF28BA}"/>
                    </a:ext>
                  </a:extLst>
                </p14:cNvPr>
                <p14:cNvContentPartPr/>
                <p14:nvPr/>
              </p14:nvContentPartPr>
              <p14:xfrm>
                <a:off x="11644294" y="1059402"/>
                <a:ext cx="2880" cy="90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3801CEC-FF91-E824-547B-5D18E4DF28B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635654" y="1050402"/>
                  <a:ext cx="20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9DC31D1-0047-C26C-B703-6188433DEF43}"/>
                    </a:ext>
                  </a:extLst>
                </p14:cNvPr>
                <p14:cNvContentPartPr/>
                <p14:nvPr/>
              </p14:nvContentPartPr>
              <p14:xfrm>
                <a:off x="11776414" y="849162"/>
                <a:ext cx="53280" cy="327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9DC31D1-0047-C26C-B703-6188433DEF4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767414" y="840162"/>
                  <a:ext cx="709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FAC0652-AF24-964A-3275-F1799A9C624F}"/>
                    </a:ext>
                  </a:extLst>
                </p14:cNvPr>
                <p14:cNvContentPartPr/>
                <p14:nvPr/>
              </p14:nvContentPartPr>
              <p14:xfrm>
                <a:off x="10878574" y="932322"/>
                <a:ext cx="181080" cy="159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FAC0652-AF24-964A-3275-F1799A9C624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869934" y="923682"/>
                  <a:ext cx="198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EBD73BC-D000-8D16-D644-D14EC56B2842}"/>
                    </a:ext>
                  </a:extLst>
                </p14:cNvPr>
                <p14:cNvContentPartPr/>
                <p14:nvPr/>
              </p14:nvContentPartPr>
              <p14:xfrm>
                <a:off x="11168734" y="995682"/>
                <a:ext cx="95400" cy="94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EBD73BC-D000-8D16-D644-D14EC56B284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160094" y="987042"/>
                  <a:ext cx="113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51C736B-BF43-85EF-58A7-2042CF990BDD}"/>
                    </a:ext>
                  </a:extLst>
                </p14:cNvPr>
                <p14:cNvContentPartPr/>
                <p14:nvPr/>
              </p14:nvContentPartPr>
              <p14:xfrm>
                <a:off x="11368174" y="966882"/>
                <a:ext cx="13680" cy="37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51C736B-BF43-85EF-58A7-2042CF990BD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359174" y="957882"/>
                  <a:ext cx="3132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DBB85171-EC37-9096-1EF0-131A148EDAA8}"/>
                  </a:ext>
                </a:extLst>
              </p14:cNvPr>
              <p14:cNvContentPartPr/>
              <p14:nvPr/>
            </p14:nvContentPartPr>
            <p14:xfrm>
              <a:off x="9378094" y="283602"/>
              <a:ext cx="26280" cy="9036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DBB85171-EC37-9096-1EF0-131A148EDAA8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9369094" y="274962"/>
                <a:ext cx="439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F5C0A034-B533-CF1F-366F-D5AAB15E818C}"/>
              </a:ext>
            </a:extLst>
          </p:cNvPr>
          <p:cNvGrpSpPr/>
          <p:nvPr/>
        </p:nvGrpSpPr>
        <p:grpSpPr>
          <a:xfrm>
            <a:off x="10158214" y="1514082"/>
            <a:ext cx="1425600" cy="302760"/>
            <a:chOff x="10158214" y="1514082"/>
            <a:chExt cx="142560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A52531F-2CE8-BE7A-1888-C21C5AB135DD}"/>
                    </a:ext>
                  </a:extLst>
                </p14:cNvPr>
                <p14:cNvContentPartPr/>
                <p14:nvPr/>
              </p14:nvContentPartPr>
              <p14:xfrm>
                <a:off x="10158214" y="1609842"/>
                <a:ext cx="208080" cy="1620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A52531F-2CE8-BE7A-1888-C21C5AB135D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149214" y="1600842"/>
                  <a:ext cx="225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CBD3375-4686-C046-F30F-DDB537073DF7}"/>
                    </a:ext>
                  </a:extLst>
                </p14:cNvPr>
                <p14:cNvContentPartPr/>
                <p14:nvPr/>
              </p14:nvContentPartPr>
              <p14:xfrm>
                <a:off x="10366294" y="1668522"/>
                <a:ext cx="124560" cy="91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CBD3375-4686-C046-F30F-DDB537073DF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57654" y="1659882"/>
                  <a:ext cx="142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20AEE92-1E70-35DB-0D2E-B7687EBACF48}"/>
                    </a:ext>
                  </a:extLst>
                </p14:cNvPr>
                <p14:cNvContentPartPr/>
                <p14:nvPr/>
              </p14:nvContentPartPr>
              <p14:xfrm>
                <a:off x="10555654" y="1514082"/>
                <a:ext cx="510120" cy="287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20AEE92-1E70-35DB-0D2E-B7687EBACF4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547014" y="1505082"/>
                  <a:ext cx="527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CD6DAE8-BF92-EAE2-31EB-073D08DE724B}"/>
                    </a:ext>
                  </a:extLst>
                </p14:cNvPr>
                <p14:cNvContentPartPr/>
                <p14:nvPr/>
              </p14:nvContentPartPr>
              <p14:xfrm>
                <a:off x="11139574" y="1564842"/>
                <a:ext cx="444240" cy="252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CD6DAE8-BF92-EAE2-31EB-073D08DE724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30574" y="1555842"/>
                  <a:ext cx="461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F2E621A-C30B-CC8A-13B1-1A91EB25C95A}"/>
                    </a:ext>
                  </a:extLst>
                </p14:cNvPr>
                <p14:cNvContentPartPr/>
                <p14:nvPr/>
              </p14:nvContentPartPr>
              <p14:xfrm>
                <a:off x="10616134" y="1565922"/>
                <a:ext cx="146160" cy="136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F2E621A-C30B-CC8A-13B1-1A91EB25C95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607134" y="1556922"/>
                  <a:ext cx="16380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E40E69CA-2C6D-D85C-6E79-714C84F3E162}"/>
              </a:ext>
            </a:extLst>
          </p:cNvPr>
          <p:cNvGrpSpPr/>
          <p:nvPr/>
        </p:nvGrpSpPr>
        <p:grpSpPr>
          <a:xfrm>
            <a:off x="9867334" y="1972002"/>
            <a:ext cx="2193480" cy="799560"/>
            <a:chOff x="9867334" y="1972002"/>
            <a:chExt cx="2193480" cy="79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9055C3B-42D4-2500-09D4-EF472A1A06BA}"/>
                    </a:ext>
                  </a:extLst>
                </p14:cNvPr>
                <p14:cNvContentPartPr/>
                <p14:nvPr/>
              </p14:nvContentPartPr>
              <p14:xfrm>
                <a:off x="9867334" y="1986402"/>
                <a:ext cx="411480" cy="1620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9055C3B-42D4-2500-09D4-EF472A1A06B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858334" y="1977402"/>
                  <a:ext cx="42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90A743-960D-8B11-78B5-24F3D2C3E546}"/>
                    </a:ext>
                  </a:extLst>
                </p14:cNvPr>
                <p14:cNvContentPartPr/>
                <p14:nvPr/>
              </p14:nvContentPartPr>
              <p14:xfrm>
                <a:off x="10170814" y="1972002"/>
                <a:ext cx="22680" cy="17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90A743-960D-8B11-78B5-24F3D2C3E54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162174" y="1963002"/>
                  <a:ext cx="40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D6B4241-C619-35A3-8FF1-CD2EA86D20EE}"/>
                    </a:ext>
                  </a:extLst>
                </p14:cNvPr>
                <p14:cNvContentPartPr/>
                <p14:nvPr/>
              </p14:nvContentPartPr>
              <p14:xfrm>
                <a:off x="10336054" y="2073522"/>
                <a:ext cx="232560" cy="734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D6B4241-C619-35A3-8FF1-CD2EA86D20E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327054" y="2064522"/>
                  <a:ext cx="250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5CFAD1E-3AF7-DAB9-E66E-2F1F6350945E}"/>
                    </a:ext>
                  </a:extLst>
                </p14:cNvPr>
                <p14:cNvContentPartPr/>
                <p14:nvPr/>
              </p14:nvContentPartPr>
              <p14:xfrm>
                <a:off x="10488334" y="1995042"/>
                <a:ext cx="9000" cy="12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5CFAD1E-3AF7-DAB9-E66E-2F1F6350945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479694" y="1986042"/>
                  <a:ext cx="266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A3C450E-3D4D-DA49-8F44-A8237F3D86C9}"/>
                    </a:ext>
                  </a:extLst>
                </p14:cNvPr>
                <p14:cNvContentPartPr/>
                <p14:nvPr/>
              </p14:nvContentPartPr>
              <p14:xfrm>
                <a:off x="10651054" y="2012322"/>
                <a:ext cx="396360" cy="1105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A3C450E-3D4D-DA49-8F44-A8237F3D86C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642414" y="2003322"/>
                  <a:ext cx="414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7E97291-8FDC-9536-5887-416B8961D750}"/>
                    </a:ext>
                  </a:extLst>
                </p14:cNvPr>
                <p14:cNvContentPartPr/>
                <p14:nvPr/>
              </p14:nvContentPartPr>
              <p14:xfrm>
                <a:off x="9982534" y="2277642"/>
                <a:ext cx="84240" cy="2527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7E97291-8FDC-9536-5887-416B8961D75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973534" y="2269002"/>
                  <a:ext cx="1018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E7F2EC9-BFAF-89DA-5D2B-FD82296DAE4C}"/>
                    </a:ext>
                  </a:extLst>
                </p14:cNvPr>
                <p14:cNvContentPartPr/>
                <p14:nvPr/>
              </p14:nvContentPartPr>
              <p14:xfrm>
                <a:off x="10190254" y="2375922"/>
                <a:ext cx="273600" cy="126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E7F2EC9-BFAF-89DA-5D2B-FD82296DAE4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181254" y="2367282"/>
                  <a:ext cx="291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E79DC01-A762-A1C4-1C9C-A4AC0A1CA47D}"/>
                    </a:ext>
                  </a:extLst>
                </p14:cNvPr>
                <p14:cNvContentPartPr/>
                <p14:nvPr/>
              </p14:nvContentPartPr>
              <p14:xfrm>
                <a:off x="10758694" y="2375922"/>
                <a:ext cx="97560" cy="395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E79DC01-A762-A1C4-1C9C-A4AC0A1CA47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750054" y="2366922"/>
                  <a:ext cx="115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1EF245F-FB4D-E463-19B8-5B5664C2D852}"/>
                    </a:ext>
                  </a:extLst>
                </p14:cNvPr>
                <p14:cNvContentPartPr/>
                <p14:nvPr/>
              </p14:nvContentPartPr>
              <p14:xfrm>
                <a:off x="10876774" y="2380242"/>
                <a:ext cx="100800" cy="1177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1EF245F-FB4D-E463-19B8-5B5664C2D8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867774" y="2371242"/>
                  <a:ext cx="118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44C6160-21A1-FF4C-0ABB-F28304958D23}"/>
                    </a:ext>
                  </a:extLst>
                </p14:cNvPr>
                <p14:cNvContentPartPr/>
                <p14:nvPr/>
              </p14:nvContentPartPr>
              <p14:xfrm>
                <a:off x="11011054" y="2392482"/>
                <a:ext cx="231480" cy="76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44C6160-21A1-FF4C-0ABB-F28304958D2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02054" y="2383482"/>
                  <a:ext cx="249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051E964-E89D-46CF-FBC2-4597AFD2ACE8}"/>
                    </a:ext>
                  </a:extLst>
                </p14:cNvPr>
                <p14:cNvContentPartPr/>
                <p14:nvPr/>
              </p14:nvContentPartPr>
              <p14:xfrm>
                <a:off x="11308414" y="2365122"/>
                <a:ext cx="162000" cy="1339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051E964-E89D-46CF-FBC2-4597AFD2ACE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299414" y="2356482"/>
                  <a:ext cx="179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04AA55D-ADCA-6DE7-F2C3-FB2CAD795E30}"/>
                    </a:ext>
                  </a:extLst>
                </p14:cNvPr>
                <p14:cNvContentPartPr/>
                <p14:nvPr/>
              </p14:nvContentPartPr>
              <p14:xfrm>
                <a:off x="11439094" y="2289882"/>
                <a:ext cx="10080" cy="46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04AA55D-ADCA-6DE7-F2C3-FB2CAD795E3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430094" y="2281242"/>
                  <a:ext cx="27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20A9AB6-4D6E-8E80-5780-4AA1CC11DC70}"/>
                    </a:ext>
                  </a:extLst>
                </p14:cNvPr>
                <p14:cNvContentPartPr/>
                <p14:nvPr/>
              </p14:nvContentPartPr>
              <p14:xfrm>
                <a:off x="11485534" y="2390322"/>
                <a:ext cx="311400" cy="1234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20A9AB6-4D6E-8E80-5780-4AA1CC11DC7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476534" y="2381682"/>
                  <a:ext cx="329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40C12AD-2691-9870-A4E2-81733AC0A904}"/>
                    </a:ext>
                  </a:extLst>
                </p14:cNvPr>
                <p14:cNvContentPartPr/>
                <p14:nvPr/>
              </p14:nvContentPartPr>
              <p14:xfrm>
                <a:off x="11859574" y="2195562"/>
                <a:ext cx="32760" cy="2214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40C12AD-2691-9870-A4E2-81733AC0A90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850574" y="2186562"/>
                  <a:ext cx="50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1EF63DA-0487-2B1B-C54E-6BC6B15AECC8}"/>
                    </a:ext>
                  </a:extLst>
                </p14:cNvPr>
                <p14:cNvContentPartPr/>
                <p14:nvPr/>
              </p14:nvContentPartPr>
              <p14:xfrm>
                <a:off x="11980534" y="2269722"/>
                <a:ext cx="80280" cy="318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1EF63DA-0487-2B1B-C54E-6BC6B15AECC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971894" y="2261082"/>
                  <a:ext cx="9792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6645BB3A-E0D5-2183-7361-8EF2165936DA}"/>
              </a:ext>
            </a:extLst>
          </p:cNvPr>
          <p:cNvGrpSpPr/>
          <p:nvPr/>
        </p:nvGrpSpPr>
        <p:grpSpPr>
          <a:xfrm>
            <a:off x="9320854" y="1650162"/>
            <a:ext cx="639720" cy="150840"/>
            <a:chOff x="9320854" y="1650162"/>
            <a:chExt cx="63972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4B40A86-90BE-45C6-8A76-966378C61288}"/>
                    </a:ext>
                  </a:extLst>
                </p14:cNvPr>
                <p14:cNvContentPartPr/>
                <p14:nvPr/>
              </p14:nvContentPartPr>
              <p14:xfrm>
                <a:off x="9320854" y="1696962"/>
                <a:ext cx="522000" cy="42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4B40A86-90BE-45C6-8A76-966378C6128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311854" y="1688322"/>
                  <a:ext cx="539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FD03B7F-B653-D72D-E321-1D375C0FB21E}"/>
                    </a:ext>
                  </a:extLst>
                </p14:cNvPr>
                <p14:cNvContentPartPr/>
                <p14:nvPr/>
              </p14:nvContentPartPr>
              <p14:xfrm>
                <a:off x="9819094" y="1650162"/>
                <a:ext cx="141480" cy="92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FD03B7F-B653-D72D-E321-1D375C0FB21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810094" y="1641162"/>
                  <a:ext cx="159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9A2F4EA-7CF7-8D06-2614-2ED12B50608A}"/>
                    </a:ext>
                  </a:extLst>
                </p14:cNvPr>
                <p14:cNvContentPartPr/>
                <p14:nvPr/>
              </p14:nvContentPartPr>
              <p14:xfrm>
                <a:off x="9861214" y="1663842"/>
                <a:ext cx="46800" cy="90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9A2F4EA-7CF7-8D06-2614-2ED12B50608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852574" y="1655202"/>
                  <a:ext cx="64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385DCCA-5D27-6CF9-71B9-0E451EC1D371}"/>
                    </a:ext>
                  </a:extLst>
                </p14:cNvPr>
                <p14:cNvContentPartPr/>
                <p14:nvPr/>
              </p14:nvContentPartPr>
              <p14:xfrm>
                <a:off x="9818374" y="1656282"/>
                <a:ext cx="128880" cy="144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385DCCA-5D27-6CF9-71B9-0E451EC1D37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809374" y="1647282"/>
                  <a:ext cx="1465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F770277A-9A44-A697-4582-9C6B93C9DCA7}"/>
              </a:ext>
            </a:extLst>
          </p:cNvPr>
          <p:cNvGrpSpPr/>
          <p:nvPr/>
        </p:nvGrpSpPr>
        <p:grpSpPr>
          <a:xfrm>
            <a:off x="9275494" y="2790642"/>
            <a:ext cx="704520" cy="158760"/>
            <a:chOff x="9275494" y="2790642"/>
            <a:chExt cx="70452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60AF408-AF4B-211F-4CCB-6D3CDA252E70}"/>
                    </a:ext>
                  </a:extLst>
                </p14:cNvPr>
                <p14:cNvContentPartPr/>
                <p14:nvPr/>
              </p14:nvContentPartPr>
              <p14:xfrm>
                <a:off x="9275494" y="2866242"/>
                <a:ext cx="587520" cy="172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60AF408-AF4B-211F-4CCB-6D3CDA252E7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266494" y="2857602"/>
                  <a:ext cx="605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F5C7ACA-DCBA-86CD-F0CF-2955210D7CCE}"/>
                    </a:ext>
                  </a:extLst>
                </p14:cNvPr>
                <p14:cNvContentPartPr/>
                <p14:nvPr/>
              </p14:nvContentPartPr>
              <p14:xfrm>
                <a:off x="9781294" y="2790642"/>
                <a:ext cx="198720" cy="1414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F5C7ACA-DCBA-86CD-F0CF-2955210D7CC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772654" y="2782002"/>
                  <a:ext cx="216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DD94818-FC13-5576-AD0A-FA87F70781A9}"/>
                    </a:ext>
                  </a:extLst>
                </p14:cNvPr>
                <p14:cNvContentPartPr/>
                <p14:nvPr/>
              </p14:nvContentPartPr>
              <p14:xfrm>
                <a:off x="9722974" y="2827002"/>
                <a:ext cx="89640" cy="84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DD94818-FC13-5576-AD0A-FA87F70781A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714334" y="2818002"/>
                  <a:ext cx="107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CD84CBF-900B-5ABD-19FF-67654767E9C9}"/>
                    </a:ext>
                  </a:extLst>
                </p14:cNvPr>
                <p14:cNvContentPartPr/>
                <p14:nvPr/>
              </p14:nvContentPartPr>
              <p14:xfrm>
                <a:off x="9767614" y="2801442"/>
                <a:ext cx="176760" cy="1479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CD84CBF-900B-5ABD-19FF-67654767E9C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758974" y="2792442"/>
                  <a:ext cx="1944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D22592F-D307-171C-F6A9-7AD29477AE89}"/>
              </a:ext>
            </a:extLst>
          </p:cNvPr>
          <p:cNvGrpSpPr/>
          <p:nvPr/>
        </p:nvGrpSpPr>
        <p:grpSpPr>
          <a:xfrm>
            <a:off x="9046174" y="248322"/>
            <a:ext cx="528840" cy="132120"/>
            <a:chOff x="9046174" y="248322"/>
            <a:chExt cx="52884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F8E628E-3A92-8271-8934-EDD223517249}"/>
                    </a:ext>
                  </a:extLst>
                </p14:cNvPr>
                <p14:cNvContentPartPr/>
                <p14:nvPr/>
              </p14:nvContentPartPr>
              <p14:xfrm>
                <a:off x="9046174" y="305202"/>
                <a:ext cx="308160" cy="13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F8E628E-3A92-8271-8934-EDD22351724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037174" y="296562"/>
                  <a:ext cx="325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260B311-2520-C67F-BC7F-FF4785B465C2}"/>
                    </a:ext>
                  </a:extLst>
                </p14:cNvPr>
                <p14:cNvContentPartPr/>
                <p14:nvPr/>
              </p14:nvContentPartPr>
              <p14:xfrm>
                <a:off x="9366574" y="248322"/>
                <a:ext cx="208440" cy="781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260B311-2520-C67F-BC7F-FF4785B465C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57934" y="239322"/>
                  <a:ext cx="226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7C85D3D-47DF-5851-3DCF-97DF8027FB92}"/>
                    </a:ext>
                  </a:extLst>
                </p14:cNvPr>
                <p14:cNvContentPartPr/>
                <p14:nvPr/>
              </p14:nvContentPartPr>
              <p14:xfrm>
                <a:off x="9370534" y="255522"/>
                <a:ext cx="98280" cy="1249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7C85D3D-47DF-5851-3DCF-97DF8027FB9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361534" y="246882"/>
                  <a:ext cx="1159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D9348FF-38B0-31AD-6409-F54DA76F2D83}"/>
              </a:ext>
            </a:extLst>
          </p:cNvPr>
          <p:cNvGrpSpPr/>
          <p:nvPr/>
        </p:nvGrpSpPr>
        <p:grpSpPr>
          <a:xfrm>
            <a:off x="10147054" y="2857602"/>
            <a:ext cx="1051200" cy="264960"/>
            <a:chOff x="10147054" y="2857602"/>
            <a:chExt cx="105120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D519F01-AA90-D744-4ECC-770D22324039}"/>
                    </a:ext>
                  </a:extLst>
                </p14:cNvPr>
                <p14:cNvContentPartPr/>
                <p14:nvPr/>
              </p14:nvContentPartPr>
              <p14:xfrm>
                <a:off x="10147054" y="2857602"/>
                <a:ext cx="139320" cy="257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D519F01-AA90-D744-4ECC-770D2232403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138054" y="2848962"/>
                  <a:ext cx="156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7F9E9C5-C79E-2012-7E07-E03D3FA4189B}"/>
                    </a:ext>
                  </a:extLst>
                </p14:cNvPr>
                <p14:cNvContentPartPr/>
                <p14:nvPr/>
              </p14:nvContentPartPr>
              <p14:xfrm>
                <a:off x="10197454" y="2983962"/>
                <a:ext cx="73080" cy="42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7F9E9C5-C79E-2012-7E07-E03D3FA4189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188814" y="2974962"/>
                  <a:ext cx="90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A46CFA6-3F8F-7933-81EB-D566E7247F16}"/>
                    </a:ext>
                  </a:extLst>
                </p14:cNvPr>
                <p14:cNvContentPartPr/>
                <p14:nvPr/>
              </p14:nvContentPartPr>
              <p14:xfrm>
                <a:off x="10328494" y="3015282"/>
                <a:ext cx="206640" cy="763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A46CFA6-3F8F-7933-81EB-D566E7247F1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319494" y="3006642"/>
                  <a:ext cx="224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A7AAA5B-38DE-2C79-C9F8-7558FD81DFDE}"/>
                    </a:ext>
                  </a:extLst>
                </p14:cNvPr>
                <p14:cNvContentPartPr/>
                <p14:nvPr/>
              </p14:nvContentPartPr>
              <p14:xfrm>
                <a:off x="10610734" y="3037962"/>
                <a:ext cx="587520" cy="84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A7AAA5B-38DE-2C79-C9F8-7558FD81DFD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601734" y="3029322"/>
                  <a:ext cx="60516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FE746E9D-8606-1015-FA71-C34CE7889BFA}"/>
                  </a:ext>
                </a:extLst>
              </p14:cNvPr>
              <p14:cNvContentPartPr/>
              <p14:nvPr/>
            </p14:nvContentPartPr>
            <p14:xfrm>
              <a:off x="11513974" y="2899362"/>
              <a:ext cx="223920" cy="2160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FE746E9D-8606-1015-FA71-C34CE7889BFA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505334" y="2890722"/>
                <a:ext cx="24156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98910DF5-8955-062A-2A60-14E72BEF9E75}"/>
              </a:ext>
            </a:extLst>
          </p:cNvPr>
          <p:cNvGrpSpPr/>
          <p:nvPr/>
        </p:nvGrpSpPr>
        <p:grpSpPr>
          <a:xfrm>
            <a:off x="9870574" y="3219402"/>
            <a:ext cx="2219040" cy="506520"/>
            <a:chOff x="9870574" y="3219402"/>
            <a:chExt cx="221904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AA91107-CDFB-BB38-D222-D07D7CF2F5D0}"/>
                    </a:ext>
                  </a:extLst>
                </p14:cNvPr>
                <p14:cNvContentPartPr/>
                <p14:nvPr/>
              </p14:nvContentPartPr>
              <p14:xfrm>
                <a:off x="9870574" y="3219402"/>
                <a:ext cx="529560" cy="245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AA91107-CDFB-BB38-D222-D07D7CF2F5D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61574" y="3210402"/>
                  <a:ext cx="547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F184036-32C5-C9F2-DF0D-C12BF48B3929}"/>
                    </a:ext>
                  </a:extLst>
                </p14:cNvPr>
                <p14:cNvContentPartPr/>
                <p14:nvPr/>
              </p14:nvContentPartPr>
              <p14:xfrm>
                <a:off x="10323454" y="3301482"/>
                <a:ext cx="10440" cy="39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F184036-32C5-C9F2-DF0D-C12BF48B392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314814" y="3292482"/>
                  <a:ext cx="28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7C62A39-D115-5302-FE33-F9867FBE8069}"/>
                    </a:ext>
                  </a:extLst>
                </p14:cNvPr>
                <p14:cNvContentPartPr/>
                <p14:nvPr/>
              </p14:nvContentPartPr>
              <p14:xfrm>
                <a:off x="10430014" y="3298602"/>
                <a:ext cx="136440" cy="142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7C62A39-D115-5302-FE33-F9867FBE806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421374" y="3289962"/>
                  <a:ext cx="154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408D945-3D1D-2393-5140-C192FE51FA2A}"/>
                    </a:ext>
                  </a:extLst>
                </p14:cNvPr>
                <p14:cNvContentPartPr/>
                <p14:nvPr/>
              </p14:nvContentPartPr>
              <p14:xfrm>
                <a:off x="10643494" y="3348642"/>
                <a:ext cx="305280" cy="889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408D945-3D1D-2393-5140-C192FE51FA2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634854" y="3340002"/>
                  <a:ext cx="3229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E5C3FF5-0B6B-DE04-F94F-A4389CAB7CAA}"/>
                    </a:ext>
                  </a:extLst>
                </p14:cNvPr>
                <p14:cNvContentPartPr/>
                <p14:nvPr/>
              </p14:nvContentPartPr>
              <p14:xfrm>
                <a:off x="10359454" y="3599562"/>
                <a:ext cx="311040" cy="126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E5C3FF5-0B6B-DE04-F94F-A4389CAB7CA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350454" y="3590562"/>
                  <a:ext cx="328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A70320B-B876-41A4-7CAD-4D176BB2A4C7}"/>
                    </a:ext>
                  </a:extLst>
                </p14:cNvPr>
                <p14:cNvContentPartPr/>
                <p14:nvPr/>
              </p14:nvContentPartPr>
              <p14:xfrm>
                <a:off x="10727374" y="3503442"/>
                <a:ext cx="24840" cy="167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A70320B-B876-41A4-7CAD-4D176BB2A4C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718734" y="3494802"/>
                  <a:ext cx="42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AF54914-340B-FCB3-B2DF-577FF5D658B9}"/>
                    </a:ext>
                  </a:extLst>
                </p14:cNvPr>
                <p14:cNvContentPartPr/>
                <p14:nvPr/>
              </p14:nvContentPartPr>
              <p14:xfrm>
                <a:off x="10703974" y="3615762"/>
                <a:ext cx="211680" cy="1094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AF54914-340B-FCB3-B2DF-577FF5D658B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695334" y="3606762"/>
                  <a:ext cx="229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FC2EF25-7598-DDF1-887C-5EC267ABD1D7}"/>
                    </a:ext>
                  </a:extLst>
                </p14:cNvPr>
                <p14:cNvContentPartPr/>
                <p14:nvPr/>
              </p14:nvContentPartPr>
              <p14:xfrm>
                <a:off x="10889734" y="3573642"/>
                <a:ext cx="2880" cy="46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FC2EF25-7598-DDF1-887C-5EC267ABD1D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881094" y="3564642"/>
                  <a:ext cx="205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B5A800E-4E61-286C-C4B2-8271E37CBF43}"/>
                    </a:ext>
                  </a:extLst>
                </p14:cNvPr>
                <p14:cNvContentPartPr/>
                <p14:nvPr/>
              </p14:nvContentPartPr>
              <p14:xfrm>
                <a:off x="10992694" y="3659322"/>
                <a:ext cx="417240" cy="576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B5A800E-4E61-286C-C4B2-8271E37CBF4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984054" y="3650682"/>
                  <a:ext cx="434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CFF7A14-EC0C-4EE1-CACE-495EDBEAD33C}"/>
                    </a:ext>
                  </a:extLst>
                </p14:cNvPr>
                <p14:cNvContentPartPr/>
                <p14:nvPr/>
              </p14:nvContentPartPr>
              <p14:xfrm>
                <a:off x="11429014" y="3620442"/>
                <a:ext cx="120240" cy="734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CFF7A14-EC0C-4EE1-CACE-495EDBEAD33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1420014" y="3611802"/>
                  <a:ext cx="137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658833F-4D66-7118-BAF4-BD2AA1B4F9F2}"/>
                    </a:ext>
                  </a:extLst>
                </p14:cNvPr>
                <p14:cNvContentPartPr/>
                <p14:nvPr/>
              </p14:nvContentPartPr>
              <p14:xfrm>
                <a:off x="11580574" y="3397242"/>
                <a:ext cx="19080" cy="1972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658833F-4D66-7118-BAF4-BD2AA1B4F9F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571574" y="3388602"/>
                  <a:ext cx="367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F93CEE0-1884-9F4C-1ABC-4237DCEA579C}"/>
                    </a:ext>
                  </a:extLst>
                </p14:cNvPr>
                <p14:cNvContentPartPr/>
                <p14:nvPr/>
              </p14:nvContentPartPr>
              <p14:xfrm>
                <a:off x="11639254" y="3620442"/>
                <a:ext cx="61200" cy="468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F93CEE0-1884-9F4C-1ABC-4237DCEA579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630254" y="3611802"/>
                  <a:ext cx="78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A917765-8BE7-E4D9-A745-457C72FF8303}"/>
                    </a:ext>
                  </a:extLst>
                </p14:cNvPr>
                <p14:cNvContentPartPr/>
                <p14:nvPr/>
              </p14:nvContentPartPr>
              <p14:xfrm>
                <a:off x="11696854" y="3528282"/>
                <a:ext cx="15840" cy="162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A917765-8BE7-E4D9-A745-457C72FF830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687854" y="3519282"/>
                  <a:ext cx="33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DB6D06A-E11C-AFDE-8405-5F70CFC87B3B}"/>
                    </a:ext>
                  </a:extLst>
                </p14:cNvPr>
                <p14:cNvContentPartPr/>
                <p14:nvPr/>
              </p14:nvContentPartPr>
              <p14:xfrm>
                <a:off x="11762374" y="3606762"/>
                <a:ext cx="86760" cy="597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DB6D06A-E11C-AFDE-8405-5F70CFC87B3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753734" y="3597762"/>
                  <a:ext cx="104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B20BE22-A19B-08E4-E5EE-0137ED5B91B3}"/>
                    </a:ext>
                  </a:extLst>
                </p14:cNvPr>
                <p14:cNvContentPartPr/>
                <p14:nvPr/>
              </p14:nvContentPartPr>
              <p14:xfrm>
                <a:off x="11921494" y="3608562"/>
                <a:ext cx="102240" cy="234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B20BE22-A19B-08E4-E5EE-0137ED5B91B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912494" y="3599922"/>
                  <a:ext cx="119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66F4F5C-9991-EE9B-F1BA-3EBCC300F10B}"/>
                    </a:ext>
                  </a:extLst>
                </p14:cNvPr>
                <p14:cNvContentPartPr/>
                <p14:nvPr/>
              </p14:nvContentPartPr>
              <p14:xfrm>
                <a:off x="12055774" y="3473202"/>
                <a:ext cx="33840" cy="2368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66F4F5C-9991-EE9B-F1BA-3EBCC300F10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2047134" y="3464202"/>
                  <a:ext cx="514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C7E4890-5624-6B08-7C6A-39F7DDA7C0FF}"/>
              </a:ext>
            </a:extLst>
          </p:cNvPr>
          <p:cNvGrpSpPr/>
          <p:nvPr/>
        </p:nvGrpSpPr>
        <p:grpSpPr>
          <a:xfrm>
            <a:off x="9972454" y="3926082"/>
            <a:ext cx="1731240" cy="608760"/>
            <a:chOff x="9972454" y="3926082"/>
            <a:chExt cx="1731240" cy="60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D08F293-2B91-C7F7-96A9-DEFCF4D5D70A}"/>
                    </a:ext>
                  </a:extLst>
                </p14:cNvPr>
                <p14:cNvContentPartPr/>
                <p14:nvPr/>
              </p14:nvContentPartPr>
              <p14:xfrm>
                <a:off x="9972454" y="3939402"/>
                <a:ext cx="436680" cy="137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D08F293-2B91-C7F7-96A9-DEFCF4D5D70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963454" y="3930402"/>
                  <a:ext cx="454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96F690D-C859-69FC-05AA-4A3E39B46607}"/>
                    </a:ext>
                  </a:extLst>
                </p14:cNvPr>
                <p14:cNvContentPartPr/>
                <p14:nvPr/>
              </p14:nvContentPartPr>
              <p14:xfrm>
                <a:off x="10583014" y="4012842"/>
                <a:ext cx="204840" cy="2304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96F690D-C859-69FC-05AA-4A3E39B4660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574014" y="4004202"/>
                  <a:ext cx="222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C52F93D-7E14-B14C-6D61-E1CF0C812249}"/>
                    </a:ext>
                  </a:extLst>
                </p14:cNvPr>
                <p14:cNvContentPartPr/>
                <p14:nvPr/>
              </p14:nvContentPartPr>
              <p14:xfrm>
                <a:off x="10860934" y="4127322"/>
                <a:ext cx="168120" cy="1126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C52F93D-7E14-B14C-6D61-E1CF0C81224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852294" y="4118322"/>
                  <a:ext cx="185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D5295A5-BCDE-ACEE-8A1D-1AD91C1CAE4B}"/>
                    </a:ext>
                  </a:extLst>
                </p14:cNvPr>
                <p14:cNvContentPartPr/>
                <p14:nvPr/>
              </p14:nvContentPartPr>
              <p14:xfrm>
                <a:off x="11118334" y="3949842"/>
                <a:ext cx="43200" cy="321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D5295A5-BCDE-ACEE-8A1D-1AD91C1CAE4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109334" y="3940842"/>
                  <a:ext cx="60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1ADBDBD-F14C-A732-6651-2B5E0E3A5AAD}"/>
                    </a:ext>
                  </a:extLst>
                </p14:cNvPr>
                <p14:cNvContentPartPr/>
                <p14:nvPr/>
              </p14:nvContentPartPr>
              <p14:xfrm>
                <a:off x="11232454" y="3926802"/>
                <a:ext cx="68040" cy="2865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1ADBDBD-F14C-A732-6651-2B5E0E3A5AA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223454" y="3917802"/>
                  <a:ext cx="85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CAE724C-3490-38C2-2392-EC16525FF419}"/>
                    </a:ext>
                  </a:extLst>
                </p14:cNvPr>
                <p14:cNvContentPartPr/>
                <p14:nvPr/>
              </p14:nvContentPartPr>
              <p14:xfrm>
                <a:off x="11227414" y="4093122"/>
                <a:ext cx="182160" cy="885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CAE724C-3490-38C2-2392-EC16525FF41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218774" y="4084482"/>
                  <a:ext cx="199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B15EAA4-00AB-C604-0DD7-A6587CAE7281}"/>
                    </a:ext>
                  </a:extLst>
                </p14:cNvPr>
                <p14:cNvContentPartPr/>
                <p14:nvPr/>
              </p14:nvContentPartPr>
              <p14:xfrm>
                <a:off x="11378254" y="4012122"/>
                <a:ext cx="5040" cy="9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B15EAA4-00AB-C604-0DD7-A6587CAE728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369254" y="4003482"/>
                  <a:ext cx="22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0A6A148-4670-A810-DCC8-679A3BFDFEA5}"/>
                    </a:ext>
                  </a:extLst>
                </p14:cNvPr>
                <p14:cNvContentPartPr/>
                <p14:nvPr/>
              </p14:nvContentPartPr>
              <p14:xfrm>
                <a:off x="11442694" y="4103922"/>
                <a:ext cx="136440" cy="3387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0A6A148-4670-A810-DCC8-679A3BFDFEA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1433694" y="4094922"/>
                  <a:ext cx="154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65412CC-FDE8-BDE7-7A8B-F93150312982}"/>
                    </a:ext>
                  </a:extLst>
                </p14:cNvPr>
                <p14:cNvContentPartPr/>
                <p14:nvPr/>
              </p14:nvContentPartPr>
              <p14:xfrm>
                <a:off x="11609374" y="3926082"/>
                <a:ext cx="94320" cy="2692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65412CC-FDE8-BDE7-7A8B-F9315031298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600734" y="3917442"/>
                  <a:ext cx="111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E7BD447-3F14-A97F-33D8-9F2F9D554169}"/>
                    </a:ext>
                  </a:extLst>
                </p14:cNvPr>
                <p14:cNvContentPartPr/>
                <p14:nvPr/>
              </p14:nvContentPartPr>
              <p14:xfrm>
                <a:off x="11672374" y="4021122"/>
                <a:ext cx="9000" cy="28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E7BD447-3F14-A97F-33D8-9F2F9D55416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663374" y="4012482"/>
                  <a:ext cx="26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E514909-8FB7-BFD4-B1F6-A2EC8032E921}"/>
                    </a:ext>
                  </a:extLst>
                </p14:cNvPr>
                <p14:cNvContentPartPr/>
                <p14:nvPr/>
              </p14:nvContentPartPr>
              <p14:xfrm>
                <a:off x="10440814" y="4336842"/>
                <a:ext cx="337320" cy="1695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E514909-8FB7-BFD4-B1F6-A2EC8032E92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431814" y="4327842"/>
                  <a:ext cx="35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A04DE8F-C349-03DC-F910-F5EA3575283B}"/>
                    </a:ext>
                  </a:extLst>
                </p14:cNvPr>
                <p14:cNvContentPartPr/>
                <p14:nvPr/>
              </p14:nvContentPartPr>
              <p14:xfrm>
                <a:off x="10785334" y="4251162"/>
                <a:ext cx="42480" cy="2124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A04DE8F-C349-03DC-F910-F5EA3575283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776334" y="4242522"/>
                  <a:ext cx="60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3A8E14E-5454-FFB2-35A5-69A24A680630}"/>
                    </a:ext>
                  </a:extLst>
                </p14:cNvPr>
                <p14:cNvContentPartPr/>
                <p14:nvPr/>
              </p14:nvContentPartPr>
              <p14:xfrm>
                <a:off x="10768054" y="4416042"/>
                <a:ext cx="188640" cy="460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3A8E14E-5454-FFB2-35A5-69A24A68063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759414" y="4407402"/>
                  <a:ext cx="206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498D315-8250-DED6-7394-EA20822CC395}"/>
                    </a:ext>
                  </a:extLst>
                </p14:cNvPr>
                <p14:cNvContentPartPr/>
                <p14:nvPr/>
              </p14:nvContentPartPr>
              <p14:xfrm>
                <a:off x="10934734" y="4351962"/>
                <a:ext cx="10080" cy="237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498D315-8250-DED6-7394-EA20822CC39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925734" y="4343322"/>
                  <a:ext cx="27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DC2FA36A-382A-C147-7E50-DA5E90D24C6E}"/>
                    </a:ext>
                  </a:extLst>
                </p14:cNvPr>
                <p14:cNvContentPartPr/>
                <p14:nvPr/>
              </p14:nvContentPartPr>
              <p14:xfrm>
                <a:off x="11035534" y="4410642"/>
                <a:ext cx="361800" cy="846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DC2FA36A-382A-C147-7E50-DA5E90D24C6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026894" y="4402002"/>
                  <a:ext cx="379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3FCAF96-22EE-DC27-D49E-EC4192D5DFB6}"/>
                    </a:ext>
                  </a:extLst>
                </p14:cNvPr>
                <p14:cNvContentPartPr/>
                <p14:nvPr/>
              </p14:nvContentPartPr>
              <p14:xfrm>
                <a:off x="11497054" y="4327122"/>
                <a:ext cx="160200" cy="84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3FCAF96-22EE-DC27-D49E-EC4192D5DFB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488414" y="4318482"/>
                  <a:ext cx="177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124D77F-5866-D3E3-C608-6E35BAFA29A1}"/>
                    </a:ext>
                  </a:extLst>
                </p14:cNvPr>
                <p14:cNvContentPartPr/>
                <p14:nvPr/>
              </p14:nvContentPartPr>
              <p14:xfrm>
                <a:off x="11588854" y="4533042"/>
                <a:ext cx="9360" cy="18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124D77F-5866-D3E3-C608-6E35BAFA29A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580214" y="4524402"/>
                  <a:ext cx="2700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425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Pedro Gamito de Saldanha Calado Matos</dc:creator>
  <cp:lastModifiedBy>José Pedro Gamito de Saldanha Calado Matos</cp:lastModifiedBy>
  <cp:revision>1</cp:revision>
  <dcterms:created xsi:type="dcterms:W3CDTF">2025-08-03T18:37:17Z</dcterms:created>
  <dcterms:modified xsi:type="dcterms:W3CDTF">2025-08-03T18:52:00Z</dcterms:modified>
</cp:coreProperties>
</file>